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0"/>
  </p:notesMasterIdLst>
  <p:sldIdLst>
    <p:sldId id="256" r:id="rId3"/>
    <p:sldId id="257" r:id="rId4"/>
    <p:sldId id="268" r:id="rId5"/>
    <p:sldId id="258" r:id="rId6"/>
    <p:sldId id="259" r:id="rId7"/>
    <p:sldId id="269" r:id="rId8"/>
    <p:sldId id="260" r:id="rId9"/>
    <p:sldId id="307" r:id="rId10"/>
    <p:sldId id="300" r:id="rId11"/>
    <p:sldId id="303" r:id="rId12"/>
    <p:sldId id="305" r:id="rId13"/>
    <p:sldId id="306" r:id="rId14"/>
    <p:sldId id="330" r:id="rId15"/>
    <p:sldId id="301" r:id="rId16"/>
    <p:sldId id="322" r:id="rId17"/>
    <p:sldId id="323" r:id="rId18"/>
    <p:sldId id="261" r:id="rId19"/>
    <p:sldId id="262" r:id="rId20"/>
    <p:sldId id="263" r:id="rId21"/>
    <p:sldId id="324" r:id="rId22"/>
    <p:sldId id="265" r:id="rId23"/>
    <p:sldId id="325" r:id="rId24"/>
    <p:sldId id="267" r:id="rId25"/>
    <p:sldId id="326" r:id="rId26"/>
    <p:sldId id="327" r:id="rId27"/>
    <p:sldId id="328" r:id="rId28"/>
    <p:sldId id="32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88156"/>
  </p:normalViewPr>
  <p:slideViewPr>
    <p:cSldViewPr snapToGrid="0">
      <p:cViewPr varScale="1">
        <p:scale>
          <a:sx n="126" d="100"/>
          <a:sy n="126" d="100"/>
        </p:scale>
        <p:origin x="1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DB76E-19E3-42E6-BDBA-6FBEFE81AB6F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48A8D62-AAA4-42E4-9CA7-DB3E54337B2D}">
      <dgm:prSet/>
      <dgm:spPr/>
      <dgm:t>
        <a:bodyPr/>
        <a:lstStyle/>
        <a:p>
          <a:r>
            <a:rPr lang="en-US"/>
            <a:t>Build a Foundational model for NMR Metabolomics data</a:t>
          </a:r>
        </a:p>
      </dgm:t>
    </dgm:pt>
    <dgm:pt modelId="{EB535AC7-3E95-4577-9F0A-1298EBD4A845}" type="parTrans" cxnId="{842876B3-68DE-4D02-81D8-EFDEA482FDB7}">
      <dgm:prSet/>
      <dgm:spPr/>
      <dgm:t>
        <a:bodyPr/>
        <a:lstStyle/>
        <a:p>
          <a:endParaRPr lang="en-US"/>
        </a:p>
      </dgm:t>
    </dgm:pt>
    <dgm:pt modelId="{48AC9A34-FEF3-4315-A630-5D25149F8809}" type="sibTrans" cxnId="{842876B3-68DE-4D02-81D8-EFDEA482FDB7}">
      <dgm:prSet/>
      <dgm:spPr/>
      <dgm:t>
        <a:bodyPr/>
        <a:lstStyle/>
        <a:p>
          <a:endParaRPr lang="en-US"/>
        </a:p>
      </dgm:t>
    </dgm:pt>
    <dgm:pt modelId="{46750E0D-C175-4B49-88F8-B41FB05C7582}">
      <dgm:prSet/>
      <dgm:spPr/>
      <dgm:t>
        <a:bodyPr/>
        <a:lstStyle/>
        <a:p>
          <a:r>
            <a:rPr lang="en-US"/>
            <a:t>Why?</a:t>
          </a:r>
        </a:p>
      </dgm:t>
    </dgm:pt>
    <dgm:pt modelId="{D7A9F932-BBE1-4EDC-ABC7-6921FD3B19C5}" type="parTrans" cxnId="{E5F0BD82-81B5-422D-9835-6A389490CE2B}">
      <dgm:prSet/>
      <dgm:spPr/>
      <dgm:t>
        <a:bodyPr/>
        <a:lstStyle/>
        <a:p>
          <a:endParaRPr lang="en-US"/>
        </a:p>
      </dgm:t>
    </dgm:pt>
    <dgm:pt modelId="{A064033E-5745-4225-82E9-B9F2B519F94B}" type="sibTrans" cxnId="{E5F0BD82-81B5-422D-9835-6A389490CE2B}">
      <dgm:prSet/>
      <dgm:spPr/>
      <dgm:t>
        <a:bodyPr/>
        <a:lstStyle/>
        <a:p>
          <a:endParaRPr lang="en-US"/>
        </a:p>
      </dgm:t>
    </dgm:pt>
    <dgm:pt modelId="{E7F6C91E-5AD2-4FA3-98D9-D4A98F3BA032}">
      <dgm:prSet/>
      <dgm:spPr/>
      <dgm:t>
        <a:bodyPr/>
        <a:lstStyle/>
        <a:p>
          <a:r>
            <a:rPr lang="en-US"/>
            <a:t>To classify normal vs abnormal or similar data</a:t>
          </a:r>
        </a:p>
      </dgm:t>
    </dgm:pt>
    <dgm:pt modelId="{F92E3361-81FE-4CC9-B8A1-C5D31408B703}" type="parTrans" cxnId="{F48B4494-0043-48FD-ADAB-5555EA9A3DAA}">
      <dgm:prSet/>
      <dgm:spPr/>
      <dgm:t>
        <a:bodyPr/>
        <a:lstStyle/>
        <a:p>
          <a:endParaRPr lang="en-US"/>
        </a:p>
      </dgm:t>
    </dgm:pt>
    <dgm:pt modelId="{E7BE3D56-9799-4E2A-8417-D010BF612F84}" type="sibTrans" cxnId="{F48B4494-0043-48FD-ADAB-5555EA9A3DAA}">
      <dgm:prSet/>
      <dgm:spPr/>
      <dgm:t>
        <a:bodyPr/>
        <a:lstStyle/>
        <a:p>
          <a:endParaRPr lang="en-US"/>
        </a:p>
      </dgm:t>
    </dgm:pt>
    <dgm:pt modelId="{86D18118-792B-4BE1-8180-4043A0557C5C}">
      <dgm:prSet/>
      <dgm:spPr/>
      <dgm:t>
        <a:bodyPr/>
        <a:lstStyle/>
        <a:p>
          <a:r>
            <a:rPr lang="en-US"/>
            <a:t>Maybe help in finding Biomarkers</a:t>
          </a:r>
        </a:p>
      </dgm:t>
    </dgm:pt>
    <dgm:pt modelId="{AB28427F-E753-441A-84DA-90B9BD559800}" type="parTrans" cxnId="{7BBDC32C-827B-414E-9C60-590A6542603C}">
      <dgm:prSet/>
      <dgm:spPr/>
      <dgm:t>
        <a:bodyPr/>
        <a:lstStyle/>
        <a:p>
          <a:endParaRPr lang="en-US"/>
        </a:p>
      </dgm:t>
    </dgm:pt>
    <dgm:pt modelId="{5DFBB490-F59C-4293-A454-FE90C59EF197}" type="sibTrans" cxnId="{7BBDC32C-827B-414E-9C60-590A6542603C}">
      <dgm:prSet/>
      <dgm:spPr/>
      <dgm:t>
        <a:bodyPr/>
        <a:lstStyle/>
        <a:p>
          <a:endParaRPr lang="en-US"/>
        </a:p>
      </dgm:t>
    </dgm:pt>
    <dgm:pt modelId="{C920EF78-56FE-47EF-8ED4-9FFAA015F7B4}">
      <dgm:prSet/>
      <dgm:spPr/>
      <dgm:t>
        <a:bodyPr/>
        <a:lstStyle/>
        <a:p>
          <a:r>
            <a:rPr lang="en-US"/>
            <a:t>What are solving?</a:t>
          </a:r>
        </a:p>
      </dgm:t>
    </dgm:pt>
    <dgm:pt modelId="{EF836D0F-3187-41BA-BF1E-39AF9A5C314F}" type="parTrans" cxnId="{314A708B-252E-46CB-8800-0FF2A41C78A4}">
      <dgm:prSet/>
      <dgm:spPr/>
      <dgm:t>
        <a:bodyPr/>
        <a:lstStyle/>
        <a:p>
          <a:endParaRPr lang="en-US"/>
        </a:p>
      </dgm:t>
    </dgm:pt>
    <dgm:pt modelId="{88E3F82A-5F42-45D6-A361-89E8A176BC6F}" type="sibTrans" cxnId="{314A708B-252E-46CB-8800-0FF2A41C78A4}">
      <dgm:prSet/>
      <dgm:spPr/>
      <dgm:t>
        <a:bodyPr/>
        <a:lstStyle/>
        <a:p>
          <a:endParaRPr lang="en-US"/>
        </a:p>
      </dgm:t>
    </dgm:pt>
    <dgm:pt modelId="{01D674D5-B66C-4DB1-8604-291C405D668D}">
      <dgm:prSet/>
      <dgm:spPr/>
      <dgm:t>
        <a:bodyPr/>
        <a:lstStyle/>
        <a:p>
          <a:r>
            <a:rPr lang="en-US"/>
            <a:t>Deep Neural nets (DNNs) require lots of data to train.</a:t>
          </a:r>
        </a:p>
      </dgm:t>
    </dgm:pt>
    <dgm:pt modelId="{87F02A4C-06D5-47BE-A372-27DB301C772A}" type="parTrans" cxnId="{FE8C65E6-38E6-4322-B446-F5C7820B472B}">
      <dgm:prSet/>
      <dgm:spPr/>
      <dgm:t>
        <a:bodyPr/>
        <a:lstStyle/>
        <a:p>
          <a:endParaRPr lang="en-US"/>
        </a:p>
      </dgm:t>
    </dgm:pt>
    <dgm:pt modelId="{26E52C63-50E2-48A0-BA0E-0206B1B69C5A}" type="sibTrans" cxnId="{FE8C65E6-38E6-4322-B446-F5C7820B472B}">
      <dgm:prSet/>
      <dgm:spPr/>
      <dgm:t>
        <a:bodyPr/>
        <a:lstStyle/>
        <a:p>
          <a:endParaRPr lang="en-US"/>
        </a:p>
      </dgm:t>
    </dgm:pt>
    <dgm:pt modelId="{61C4684A-53A2-48D4-BD80-BFA9B9A24B78}">
      <dgm:prSet/>
      <dgm:spPr/>
      <dgm:t>
        <a:bodyPr/>
        <a:lstStyle/>
        <a:p>
          <a:r>
            <a:rPr lang="en-US"/>
            <a:t>Metabolomic datasets are usually very small 10s or 100s of samples</a:t>
          </a:r>
        </a:p>
      </dgm:t>
    </dgm:pt>
    <dgm:pt modelId="{2ECE3FB7-6218-4DC6-BF19-AEACE75B50DA}" type="parTrans" cxnId="{768038C3-A94E-4559-8F17-887BFCB22F6A}">
      <dgm:prSet/>
      <dgm:spPr/>
      <dgm:t>
        <a:bodyPr/>
        <a:lstStyle/>
        <a:p>
          <a:endParaRPr lang="en-US"/>
        </a:p>
      </dgm:t>
    </dgm:pt>
    <dgm:pt modelId="{0DAD17AF-044E-4436-A5C2-6467A9C4E177}" type="sibTrans" cxnId="{768038C3-A94E-4559-8F17-887BFCB22F6A}">
      <dgm:prSet/>
      <dgm:spPr/>
      <dgm:t>
        <a:bodyPr/>
        <a:lstStyle/>
        <a:p>
          <a:endParaRPr lang="en-US"/>
        </a:p>
      </dgm:t>
    </dgm:pt>
    <dgm:pt modelId="{1073856B-9F8F-6F4B-9231-9338A34A8467}" type="pres">
      <dgm:prSet presAssocID="{729DB76E-19E3-42E6-BDBA-6FBEFE81AB6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81516F-78F3-824F-93B8-E5F5E3380A5C}" type="pres">
      <dgm:prSet presAssocID="{848A8D62-AAA4-42E4-9CA7-DB3E54337B2D}" presName="root" presStyleCnt="0"/>
      <dgm:spPr/>
    </dgm:pt>
    <dgm:pt modelId="{066AF726-6CB8-5F44-9F39-7D36ADA256AE}" type="pres">
      <dgm:prSet presAssocID="{848A8D62-AAA4-42E4-9CA7-DB3E54337B2D}" presName="rootComposite" presStyleCnt="0"/>
      <dgm:spPr/>
    </dgm:pt>
    <dgm:pt modelId="{E4EB6CA1-984D-BD48-BD66-1018947E9F4D}" type="pres">
      <dgm:prSet presAssocID="{848A8D62-AAA4-42E4-9CA7-DB3E54337B2D}" presName="rootText" presStyleLbl="node1" presStyleIdx="0" presStyleCnt="3"/>
      <dgm:spPr/>
    </dgm:pt>
    <dgm:pt modelId="{C2DD2552-A27A-BE4D-9B4F-754C70941D76}" type="pres">
      <dgm:prSet presAssocID="{848A8D62-AAA4-42E4-9CA7-DB3E54337B2D}" presName="rootConnector" presStyleLbl="node1" presStyleIdx="0" presStyleCnt="3"/>
      <dgm:spPr/>
    </dgm:pt>
    <dgm:pt modelId="{D1BF3C07-25DA-6F4F-89D7-4870E5EC8DB2}" type="pres">
      <dgm:prSet presAssocID="{848A8D62-AAA4-42E4-9CA7-DB3E54337B2D}" presName="childShape" presStyleCnt="0"/>
      <dgm:spPr/>
    </dgm:pt>
    <dgm:pt modelId="{8CCA6256-43C7-4A4B-AE2D-47C347A772A9}" type="pres">
      <dgm:prSet presAssocID="{46750E0D-C175-4B49-88F8-B41FB05C7582}" presName="root" presStyleCnt="0"/>
      <dgm:spPr/>
    </dgm:pt>
    <dgm:pt modelId="{B53A3C25-540A-7348-BD7E-DFE58CC5338B}" type="pres">
      <dgm:prSet presAssocID="{46750E0D-C175-4B49-88F8-B41FB05C7582}" presName="rootComposite" presStyleCnt="0"/>
      <dgm:spPr/>
    </dgm:pt>
    <dgm:pt modelId="{78863553-A527-B541-A9D5-FAA2D4E018C1}" type="pres">
      <dgm:prSet presAssocID="{46750E0D-C175-4B49-88F8-B41FB05C7582}" presName="rootText" presStyleLbl="node1" presStyleIdx="1" presStyleCnt="3"/>
      <dgm:spPr/>
    </dgm:pt>
    <dgm:pt modelId="{D20FC068-1E1A-0145-9B6C-753D113E7668}" type="pres">
      <dgm:prSet presAssocID="{46750E0D-C175-4B49-88F8-B41FB05C7582}" presName="rootConnector" presStyleLbl="node1" presStyleIdx="1" presStyleCnt="3"/>
      <dgm:spPr/>
    </dgm:pt>
    <dgm:pt modelId="{B331BB38-799A-4B48-8B8F-26D61E60310B}" type="pres">
      <dgm:prSet presAssocID="{46750E0D-C175-4B49-88F8-B41FB05C7582}" presName="childShape" presStyleCnt="0"/>
      <dgm:spPr/>
    </dgm:pt>
    <dgm:pt modelId="{E2CD355B-C43B-AE48-AB8E-ED1BE683E726}" type="pres">
      <dgm:prSet presAssocID="{F92E3361-81FE-4CC9-B8A1-C5D31408B703}" presName="Name13" presStyleLbl="parChTrans1D2" presStyleIdx="0" presStyleCnt="4"/>
      <dgm:spPr/>
    </dgm:pt>
    <dgm:pt modelId="{631DFFAD-AAD4-0443-8FD4-09A30D807A27}" type="pres">
      <dgm:prSet presAssocID="{E7F6C91E-5AD2-4FA3-98D9-D4A98F3BA032}" presName="childText" presStyleLbl="bgAcc1" presStyleIdx="0" presStyleCnt="4">
        <dgm:presLayoutVars>
          <dgm:bulletEnabled val="1"/>
        </dgm:presLayoutVars>
      </dgm:prSet>
      <dgm:spPr/>
    </dgm:pt>
    <dgm:pt modelId="{82545EA1-F385-E345-BE67-6ABA22B7972E}" type="pres">
      <dgm:prSet presAssocID="{AB28427F-E753-441A-84DA-90B9BD559800}" presName="Name13" presStyleLbl="parChTrans1D2" presStyleIdx="1" presStyleCnt="4"/>
      <dgm:spPr/>
    </dgm:pt>
    <dgm:pt modelId="{8A35022A-B4B3-9F4A-AA92-FC5A20FD6AED}" type="pres">
      <dgm:prSet presAssocID="{86D18118-792B-4BE1-8180-4043A0557C5C}" presName="childText" presStyleLbl="bgAcc1" presStyleIdx="1" presStyleCnt="4">
        <dgm:presLayoutVars>
          <dgm:bulletEnabled val="1"/>
        </dgm:presLayoutVars>
      </dgm:prSet>
      <dgm:spPr/>
    </dgm:pt>
    <dgm:pt modelId="{2E804EDC-E1B2-B048-B93B-A501E1864F05}" type="pres">
      <dgm:prSet presAssocID="{C920EF78-56FE-47EF-8ED4-9FFAA015F7B4}" presName="root" presStyleCnt="0"/>
      <dgm:spPr/>
    </dgm:pt>
    <dgm:pt modelId="{663604AF-C923-774D-A8EA-364156993368}" type="pres">
      <dgm:prSet presAssocID="{C920EF78-56FE-47EF-8ED4-9FFAA015F7B4}" presName="rootComposite" presStyleCnt="0"/>
      <dgm:spPr/>
    </dgm:pt>
    <dgm:pt modelId="{1F2FEAA6-1AC4-B14C-8399-BF443988C265}" type="pres">
      <dgm:prSet presAssocID="{C920EF78-56FE-47EF-8ED4-9FFAA015F7B4}" presName="rootText" presStyleLbl="node1" presStyleIdx="2" presStyleCnt="3"/>
      <dgm:spPr/>
    </dgm:pt>
    <dgm:pt modelId="{CFCC3D49-B096-3145-BD16-5E9E340111F0}" type="pres">
      <dgm:prSet presAssocID="{C920EF78-56FE-47EF-8ED4-9FFAA015F7B4}" presName="rootConnector" presStyleLbl="node1" presStyleIdx="2" presStyleCnt="3"/>
      <dgm:spPr/>
    </dgm:pt>
    <dgm:pt modelId="{6B5A02FC-FFDE-1147-A6AD-ED8646B4716C}" type="pres">
      <dgm:prSet presAssocID="{C920EF78-56FE-47EF-8ED4-9FFAA015F7B4}" presName="childShape" presStyleCnt="0"/>
      <dgm:spPr/>
    </dgm:pt>
    <dgm:pt modelId="{4DFE3D26-6F4F-AA40-827E-DED38F516162}" type="pres">
      <dgm:prSet presAssocID="{87F02A4C-06D5-47BE-A372-27DB301C772A}" presName="Name13" presStyleLbl="parChTrans1D2" presStyleIdx="2" presStyleCnt="4"/>
      <dgm:spPr/>
    </dgm:pt>
    <dgm:pt modelId="{9A948C59-26B3-AA45-80E9-A40DB72957DD}" type="pres">
      <dgm:prSet presAssocID="{01D674D5-B66C-4DB1-8604-291C405D668D}" presName="childText" presStyleLbl="bgAcc1" presStyleIdx="2" presStyleCnt="4">
        <dgm:presLayoutVars>
          <dgm:bulletEnabled val="1"/>
        </dgm:presLayoutVars>
      </dgm:prSet>
      <dgm:spPr/>
    </dgm:pt>
    <dgm:pt modelId="{BC61D12D-2DDF-5D46-8A35-C20C0B72DB39}" type="pres">
      <dgm:prSet presAssocID="{2ECE3FB7-6218-4DC6-BF19-AEACE75B50DA}" presName="Name13" presStyleLbl="parChTrans1D2" presStyleIdx="3" presStyleCnt="4"/>
      <dgm:spPr/>
    </dgm:pt>
    <dgm:pt modelId="{3154CE57-6DAD-9F4F-B37C-F52FAE079A18}" type="pres">
      <dgm:prSet presAssocID="{61C4684A-53A2-48D4-BD80-BFA9B9A24B78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CE40B621-0670-2F44-B493-47DE278E6FC7}" type="presOf" srcId="{86D18118-792B-4BE1-8180-4043A0557C5C}" destId="{8A35022A-B4B3-9F4A-AA92-FC5A20FD6AED}" srcOrd="0" destOrd="0" presId="urn:microsoft.com/office/officeart/2005/8/layout/hierarchy3"/>
    <dgm:cxn modelId="{3AFC4922-A2A6-7C48-98CE-A10ED6BE06F2}" type="presOf" srcId="{F92E3361-81FE-4CC9-B8A1-C5D31408B703}" destId="{E2CD355B-C43B-AE48-AB8E-ED1BE683E726}" srcOrd="0" destOrd="0" presId="urn:microsoft.com/office/officeart/2005/8/layout/hierarchy3"/>
    <dgm:cxn modelId="{7BBDC32C-827B-414E-9C60-590A6542603C}" srcId="{46750E0D-C175-4B49-88F8-B41FB05C7582}" destId="{86D18118-792B-4BE1-8180-4043A0557C5C}" srcOrd="1" destOrd="0" parTransId="{AB28427F-E753-441A-84DA-90B9BD559800}" sibTransId="{5DFBB490-F59C-4293-A454-FE90C59EF197}"/>
    <dgm:cxn modelId="{14971A37-A389-6D4E-97CF-1956A4900108}" type="presOf" srcId="{AB28427F-E753-441A-84DA-90B9BD559800}" destId="{82545EA1-F385-E345-BE67-6ABA22B7972E}" srcOrd="0" destOrd="0" presId="urn:microsoft.com/office/officeart/2005/8/layout/hierarchy3"/>
    <dgm:cxn modelId="{6632D33C-88B4-AA4C-8C9C-426DB164C115}" type="presOf" srcId="{61C4684A-53A2-48D4-BD80-BFA9B9A24B78}" destId="{3154CE57-6DAD-9F4F-B37C-F52FAE079A18}" srcOrd="0" destOrd="0" presId="urn:microsoft.com/office/officeart/2005/8/layout/hierarchy3"/>
    <dgm:cxn modelId="{93785C3E-ED12-8B47-9929-0C185375BF85}" type="presOf" srcId="{E7F6C91E-5AD2-4FA3-98D9-D4A98F3BA032}" destId="{631DFFAD-AAD4-0443-8FD4-09A30D807A27}" srcOrd="0" destOrd="0" presId="urn:microsoft.com/office/officeart/2005/8/layout/hierarchy3"/>
    <dgm:cxn modelId="{09B1B562-6D73-1241-8C68-2140DC4A8225}" type="presOf" srcId="{729DB76E-19E3-42E6-BDBA-6FBEFE81AB6F}" destId="{1073856B-9F8F-6F4B-9231-9338A34A8467}" srcOrd="0" destOrd="0" presId="urn:microsoft.com/office/officeart/2005/8/layout/hierarchy3"/>
    <dgm:cxn modelId="{AA024F70-2833-7146-8775-A5532C198EF4}" type="presOf" srcId="{46750E0D-C175-4B49-88F8-B41FB05C7582}" destId="{78863553-A527-B541-A9D5-FAA2D4E018C1}" srcOrd="0" destOrd="0" presId="urn:microsoft.com/office/officeart/2005/8/layout/hierarchy3"/>
    <dgm:cxn modelId="{40417677-9624-C54B-B80E-ADE30EBA5119}" type="presOf" srcId="{46750E0D-C175-4B49-88F8-B41FB05C7582}" destId="{D20FC068-1E1A-0145-9B6C-753D113E7668}" srcOrd="1" destOrd="0" presId="urn:microsoft.com/office/officeart/2005/8/layout/hierarchy3"/>
    <dgm:cxn modelId="{E5F0BD82-81B5-422D-9835-6A389490CE2B}" srcId="{729DB76E-19E3-42E6-BDBA-6FBEFE81AB6F}" destId="{46750E0D-C175-4B49-88F8-B41FB05C7582}" srcOrd="1" destOrd="0" parTransId="{D7A9F932-BBE1-4EDC-ABC7-6921FD3B19C5}" sibTransId="{A064033E-5745-4225-82E9-B9F2B519F94B}"/>
    <dgm:cxn modelId="{314A708B-252E-46CB-8800-0FF2A41C78A4}" srcId="{729DB76E-19E3-42E6-BDBA-6FBEFE81AB6F}" destId="{C920EF78-56FE-47EF-8ED4-9FFAA015F7B4}" srcOrd="2" destOrd="0" parTransId="{EF836D0F-3187-41BA-BF1E-39AF9A5C314F}" sibTransId="{88E3F82A-5F42-45D6-A361-89E8A176BC6F}"/>
    <dgm:cxn modelId="{F48B4494-0043-48FD-ADAB-5555EA9A3DAA}" srcId="{46750E0D-C175-4B49-88F8-B41FB05C7582}" destId="{E7F6C91E-5AD2-4FA3-98D9-D4A98F3BA032}" srcOrd="0" destOrd="0" parTransId="{F92E3361-81FE-4CC9-B8A1-C5D31408B703}" sibTransId="{E7BE3D56-9799-4E2A-8417-D010BF612F84}"/>
    <dgm:cxn modelId="{DB459A97-BE98-E141-A51C-6F3ED4133A64}" type="presOf" srcId="{C920EF78-56FE-47EF-8ED4-9FFAA015F7B4}" destId="{CFCC3D49-B096-3145-BD16-5E9E340111F0}" srcOrd="1" destOrd="0" presId="urn:microsoft.com/office/officeart/2005/8/layout/hierarchy3"/>
    <dgm:cxn modelId="{1C7D27A3-2816-FC40-98CF-D2F56E428CE4}" type="presOf" srcId="{01D674D5-B66C-4DB1-8604-291C405D668D}" destId="{9A948C59-26B3-AA45-80E9-A40DB72957DD}" srcOrd="0" destOrd="0" presId="urn:microsoft.com/office/officeart/2005/8/layout/hierarchy3"/>
    <dgm:cxn modelId="{F18499A4-7BCC-524B-B93F-8AD7BC05C27C}" type="presOf" srcId="{848A8D62-AAA4-42E4-9CA7-DB3E54337B2D}" destId="{C2DD2552-A27A-BE4D-9B4F-754C70941D76}" srcOrd="1" destOrd="0" presId="urn:microsoft.com/office/officeart/2005/8/layout/hierarchy3"/>
    <dgm:cxn modelId="{AB21F7AA-01E6-F24E-B5B9-3C74971F1A29}" type="presOf" srcId="{2ECE3FB7-6218-4DC6-BF19-AEACE75B50DA}" destId="{BC61D12D-2DDF-5D46-8A35-C20C0B72DB39}" srcOrd="0" destOrd="0" presId="urn:microsoft.com/office/officeart/2005/8/layout/hierarchy3"/>
    <dgm:cxn modelId="{842876B3-68DE-4D02-81D8-EFDEA482FDB7}" srcId="{729DB76E-19E3-42E6-BDBA-6FBEFE81AB6F}" destId="{848A8D62-AAA4-42E4-9CA7-DB3E54337B2D}" srcOrd="0" destOrd="0" parTransId="{EB535AC7-3E95-4577-9F0A-1298EBD4A845}" sibTransId="{48AC9A34-FEF3-4315-A630-5D25149F8809}"/>
    <dgm:cxn modelId="{FF38FEB7-BDA8-3443-BCC5-534462C4CE4F}" type="presOf" srcId="{C920EF78-56FE-47EF-8ED4-9FFAA015F7B4}" destId="{1F2FEAA6-1AC4-B14C-8399-BF443988C265}" srcOrd="0" destOrd="0" presId="urn:microsoft.com/office/officeart/2005/8/layout/hierarchy3"/>
    <dgm:cxn modelId="{768038C3-A94E-4559-8F17-887BFCB22F6A}" srcId="{C920EF78-56FE-47EF-8ED4-9FFAA015F7B4}" destId="{61C4684A-53A2-48D4-BD80-BFA9B9A24B78}" srcOrd="1" destOrd="0" parTransId="{2ECE3FB7-6218-4DC6-BF19-AEACE75B50DA}" sibTransId="{0DAD17AF-044E-4436-A5C2-6467A9C4E177}"/>
    <dgm:cxn modelId="{FE8C65E6-38E6-4322-B446-F5C7820B472B}" srcId="{C920EF78-56FE-47EF-8ED4-9FFAA015F7B4}" destId="{01D674D5-B66C-4DB1-8604-291C405D668D}" srcOrd="0" destOrd="0" parTransId="{87F02A4C-06D5-47BE-A372-27DB301C772A}" sibTransId="{26E52C63-50E2-48A0-BA0E-0206B1B69C5A}"/>
    <dgm:cxn modelId="{D335CCF2-F196-5F4D-B79D-6BDCC3426029}" type="presOf" srcId="{87F02A4C-06D5-47BE-A372-27DB301C772A}" destId="{4DFE3D26-6F4F-AA40-827E-DED38F516162}" srcOrd="0" destOrd="0" presId="urn:microsoft.com/office/officeart/2005/8/layout/hierarchy3"/>
    <dgm:cxn modelId="{48E782F3-9158-AC4C-8B1A-40D3916D6390}" type="presOf" srcId="{848A8D62-AAA4-42E4-9CA7-DB3E54337B2D}" destId="{E4EB6CA1-984D-BD48-BD66-1018947E9F4D}" srcOrd="0" destOrd="0" presId="urn:microsoft.com/office/officeart/2005/8/layout/hierarchy3"/>
    <dgm:cxn modelId="{0CD38FDF-42EC-CC46-BB28-6B16D78E3035}" type="presParOf" srcId="{1073856B-9F8F-6F4B-9231-9338A34A8467}" destId="{CE81516F-78F3-824F-93B8-E5F5E3380A5C}" srcOrd="0" destOrd="0" presId="urn:microsoft.com/office/officeart/2005/8/layout/hierarchy3"/>
    <dgm:cxn modelId="{C8617C87-38DF-5F4B-9023-E987E29350E9}" type="presParOf" srcId="{CE81516F-78F3-824F-93B8-E5F5E3380A5C}" destId="{066AF726-6CB8-5F44-9F39-7D36ADA256AE}" srcOrd="0" destOrd="0" presId="urn:microsoft.com/office/officeart/2005/8/layout/hierarchy3"/>
    <dgm:cxn modelId="{0838646B-2D7C-FB48-B836-8CBB1F03C4DD}" type="presParOf" srcId="{066AF726-6CB8-5F44-9F39-7D36ADA256AE}" destId="{E4EB6CA1-984D-BD48-BD66-1018947E9F4D}" srcOrd="0" destOrd="0" presId="urn:microsoft.com/office/officeart/2005/8/layout/hierarchy3"/>
    <dgm:cxn modelId="{638FA1B6-39BC-B34B-B6D2-6ABA1E43348F}" type="presParOf" srcId="{066AF726-6CB8-5F44-9F39-7D36ADA256AE}" destId="{C2DD2552-A27A-BE4D-9B4F-754C70941D76}" srcOrd="1" destOrd="0" presId="urn:microsoft.com/office/officeart/2005/8/layout/hierarchy3"/>
    <dgm:cxn modelId="{6B390885-6F47-FB4A-BB47-E5F1E48B620F}" type="presParOf" srcId="{CE81516F-78F3-824F-93B8-E5F5E3380A5C}" destId="{D1BF3C07-25DA-6F4F-89D7-4870E5EC8DB2}" srcOrd="1" destOrd="0" presId="urn:microsoft.com/office/officeart/2005/8/layout/hierarchy3"/>
    <dgm:cxn modelId="{3B5D1D70-5531-1444-B0E0-47429BFBEF6A}" type="presParOf" srcId="{1073856B-9F8F-6F4B-9231-9338A34A8467}" destId="{8CCA6256-43C7-4A4B-AE2D-47C347A772A9}" srcOrd="1" destOrd="0" presId="urn:microsoft.com/office/officeart/2005/8/layout/hierarchy3"/>
    <dgm:cxn modelId="{38FB9E94-AEA9-494A-B745-DBDB6E2DA43C}" type="presParOf" srcId="{8CCA6256-43C7-4A4B-AE2D-47C347A772A9}" destId="{B53A3C25-540A-7348-BD7E-DFE58CC5338B}" srcOrd="0" destOrd="0" presId="urn:microsoft.com/office/officeart/2005/8/layout/hierarchy3"/>
    <dgm:cxn modelId="{1589859C-F6F8-514E-9D0A-64EFBA7456E4}" type="presParOf" srcId="{B53A3C25-540A-7348-BD7E-DFE58CC5338B}" destId="{78863553-A527-B541-A9D5-FAA2D4E018C1}" srcOrd="0" destOrd="0" presId="urn:microsoft.com/office/officeart/2005/8/layout/hierarchy3"/>
    <dgm:cxn modelId="{1C576D57-1082-1C44-8A54-FB7B05FC3035}" type="presParOf" srcId="{B53A3C25-540A-7348-BD7E-DFE58CC5338B}" destId="{D20FC068-1E1A-0145-9B6C-753D113E7668}" srcOrd="1" destOrd="0" presId="urn:microsoft.com/office/officeart/2005/8/layout/hierarchy3"/>
    <dgm:cxn modelId="{042EC890-62D2-2D4E-A5A4-960AC60633CD}" type="presParOf" srcId="{8CCA6256-43C7-4A4B-AE2D-47C347A772A9}" destId="{B331BB38-799A-4B48-8B8F-26D61E60310B}" srcOrd="1" destOrd="0" presId="urn:microsoft.com/office/officeart/2005/8/layout/hierarchy3"/>
    <dgm:cxn modelId="{BA074856-87B2-3D41-8A7E-832D665B37E4}" type="presParOf" srcId="{B331BB38-799A-4B48-8B8F-26D61E60310B}" destId="{E2CD355B-C43B-AE48-AB8E-ED1BE683E726}" srcOrd="0" destOrd="0" presId="urn:microsoft.com/office/officeart/2005/8/layout/hierarchy3"/>
    <dgm:cxn modelId="{34A077BF-E95D-1F44-9698-1B9F2C145184}" type="presParOf" srcId="{B331BB38-799A-4B48-8B8F-26D61E60310B}" destId="{631DFFAD-AAD4-0443-8FD4-09A30D807A27}" srcOrd="1" destOrd="0" presId="urn:microsoft.com/office/officeart/2005/8/layout/hierarchy3"/>
    <dgm:cxn modelId="{8F3933FA-E73C-DD48-9185-CFA362F12E89}" type="presParOf" srcId="{B331BB38-799A-4B48-8B8F-26D61E60310B}" destId="{82545EA1-F385-E345-BE67-6ABA22B7972E}" srcOrd="2" destOrd="0" presId="urn:microsoft.com/office/officeart/2005/8/layout/hierarchy3"/>
    <dgm:cxn modelId="{F11B077C-C750-3349-ADB6-7F5729468647}" type="presParOf" srcId="{B331BB38-799A-4B48-8B8F-26D61E60310B}" destId="{8A35022A-B4B3-9F4A-AA92-FC5A20FD6AED}" srcOrd="3" destOrd="0" presId="urn:microsoft.com/office/officeart/2005/8/layout/hierarchy3"/>
    <dgm:cxn modelId="{9B890032-11D6-2443-A1F0-4BF491FA25D0}" type="presParOf" srcId="{1073856B-9F8F-6F4B-9231-9338A34A8467}" destId="{2E804EDC-E1B2-B048-B93B-A501E1864F05}" srcOrd="2" destOrd="0" presId="urn:microsoft.com/office/officeart/2005/8/layout/hierarchy3"/>
    <dgm:cxn modelId="{85777764-71BA-EF49-BA28-7573B2383A96}" type="presParOf" srcId="{2E804EDC-E1B2-B048-B93B-A501E1864F05}" destId="{663604AF-C923-774D-A8EA-364156993368}" srcOrd="0" destOrd="0" presId="urn:microsoft.com/office/officeart/2005/8/layout/hierarchy3"/>
    <dgm:cxn modelId="{C06D7DE9-77BB-EE44-8232-EE28523DC54C}" type="presParOf" srcId="{663604AF-C923-774D-A8EA-364156993368}" destId="{1F2FEAA6-1AC4-B14C-8399-BF443988C265}" srcOrd="0" destOrd="0" presId="urn:microsoft.com/office/officeart/2005/8/layout/hierarchy3"/>
    <dgm:cxn modelId="{81D6CE83-4C8A-E242-83A8-13004D45B6B2}" type="presParOf" srcId="{663604AF-C923-774D-A8EA-364156993368}" destId="{CFCC3D49-B096-3145-BD16-5E9E340111F0}" srcOrd="1" destOrd="0" presId="urn:microsoft.com/office/officeart/2005/8/layout/hierarchy3"/>
    <dgm:cxn modelId="{09E8748A-6194-B042-BFA9-B83CC137A21C}" type="presParOf" srcId="{2E804EDC-E1B2-B048-B93B-A501E1864F05}" destId="{6B5A02FC-FFDE-1147-A6AD-ED8646B4716C}" srcOrd="1" destOrd="0" presId="urn:microsoft.com/office/officeart/2005/8/layout/hierarchy3"/>
    <dgm:cxn modelId="{D9D721AC-8A5E-E043-9AC1-75729D0FCF4D}" type="presParOf" srcId="{6B5A02FC-FFDE-1147-A6AD-ED8646B4716C}" destId="{4DFE3D26-6F4F-AA40-827E-DED38F516162}" srcOrd="0" destOrd="0" presId="urn:microsoft.com/office/officeart/2005/8/layout/hierarchy3"/>
    <dgm:cxn modelId="{319F31F4-997E-C645-8FE3-69D09471B27C}" type="presParOf" srcId="{6B5A02FC-FFDE-1147-A6AD-ED8646B4716C}" destId="{9A948C59-26B3-AA45-80E9-A40DB72957DD}" srcOrd="1" destOrd="0" presId="urn:microsoft.com/office/officeart/2005/8/layout/hierarchy3"/>
    <dgm:cxn modelId="{C041A07B-65B3-434E-B25E-F69861024BEB}" type="presParOf" srcId="{6B5A02FC-FFDE-1147-A6AD-ED8646B4716C}" destId="{BC61D12D-2DDF-5D46-8A35-C20C0B72DB39}" srcOrd="2" destOrd="0" presId="urn:microsoft.com/office/officeart/2005/8/layout/hierarchy3"/>
    <dgm:cxn modelId="{C5285312-D531-404F-94A5-9DC33D0F3950}" type="presParOf" srcId="{6B5A02FC-FFDE-1147-A6AD-ED8646B4716C}" destId="{3154CE57-6DAD-9F4F-B37C-F52FAE079A18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1CA597-53AE-41E9-B881-A0C1CB07F5E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60DC0C-139A-464F-A5D6-72D633E5303F}">
      <dgm:prSet/>
      <dgm:spPr/>
      <dgm:t>
        <a:bodyPr/>
        <a:lstStyle/>
        <a:p>
          <a:r>
            <a:rPr lang="en-US"/>
            <a:t>Metabolights</a:t>
          </a:r>
        </a:p>
      </dgm:t>
    </dgm:pt>
    <dgm:pt modelId="{5910074B-D73A-4D56-B299-08219C063610}" type="parTrans" cxnId="{BD8C5286-B582-4488-8485-60FEFF47A2E1}">
      <dgm:prSet/>
      <dgm:spPr/>
      <dgm:t>
        <a:bodyPr/>
        <a:lstStyle/>
        <a:p>
          <a:endParaRPr lang="en-US"/>
        </a:p>
      </dgm:t>
    </dgm:pt>
    <dgm:pt modelId="{76BECC34-CCD2-4126-AABD-BBF6442AB249}" type="sibTrans" cxnId="{BD8C5286-B582-4488-8485-60FEFF47A2E1}">
      <dgm:prSet/>
      <dgm:spPr/>
      <dgm:t>
        <a:bodyPr/>
        <a:lstStyle/>
        <a:p>
          <a:endParaRPr lang="en-US"/>
        </a:p>
      </dgm:t>
    </dgm:pt>
    <dgm:pt modelId="{C3E62051-0962-42CD-8F16-633CD623EBAD}">
      <dgm:prSet/>
      <dgm:spPr/>
      <dgm:t>
        <a:bodyPr/>
        <a:lstStyle/>
        <a:p>
          <a:r>
            <a:rPr lang="en-US"/>
            <a:t>Contains CPMG and NOESY spectra of many experiments from across the world</a:t>
          </a:r>
        </a:p>
      </dgm:t>
    </dgm:pt>
    <dgm:pt modelId="{DDA17C93-280B-41F4-8C01-64E27B07FF09}" type="parTrans" cxnId="{3854773F-0F3F-4BF0-9C49-EC7CB5618E5B}">
      <dgm:prSet/>
      <dgm:spPr/>
      <dgm:t>
        <a:bodyPr/>
        <a:lstStyle/>
        <a:p>
          <a:endParaRPr lang="en-US"/>
        </a:p>
      </dgm:t>
    </dgm:pt>
    <dgm:pt modelId="{8F962926-1981-4943-AD5C-3BE9520541E4}" type="sibTrans" cxnId="{3854773F-0F3F-4BF0-9C49-EC7CB5618E5B}">
      <dgm:prSet/>
      <dgm:spPr/>
      <dgm:t>
        <a:bodyPr/>
        <a:lstStyle/>
        <a:p>
          <a:endParaRPr lang="en-US"/>
        </a:p>
      </dgm:t>
    </dgm:pt>
    <dgm:pt modelId="{04A41CBF-ACA4-4C67-8219-AD0CFC4A8388}">
      <dgm:prSet/>
      <dgm:spPr/>
      <dgm:t>
        <a:bodyPr/>
        <a:lstStyle/>
        <a:p>
          <a:r>
            <a:rPr lang="en-US"/>
            <a:t>Separated them into – Serum and Plasma</a:t>
          </a:r>
        </a:p>
      </dgm:t>
    </dgm:pt>
    <dgm:pt modelId="{8D3282B0-C833-4F4E-A689-84E4DFD04100}" type="parTrans" cxnId="{B8E8A7D3-C903-4330-9B25-8CBC79CC5776}">
      <dgm:prSet/>
      <dgm:spPr/>
      <dgm:t>
        <a:bodyPr/>
        <a:lstStyle/>
        <a:p>
          <a:endParaRPr lang="en-US"/>
        </a:p>
      </dgm:t>
    </dgm:pt>
    <dgm:pt modelId="{ADD48FF0-53E1-4AA4-B460-B19827DA8CE5}" type="sibTrans" cxnId="{B8E8A7D3-C903-4330-9B25-8CBC79CC5776}">
      <dgm:prSet/>
      <dgm:spPr/>
      <dgm:t>
        <a:bodyPr/>
        <a:lstStyle/>
        <a:p>
          <a:endParaRPr lang="en-US"/>
        </a:p>
      </dgm:t>
    </dgm:pt>
    <dgm:pt modelId="{93F0A107-BD72-463F-8BE3-6747E8E9B734}">
      <dgm:prSet/>
      <dgm:spPr/>
      <dgm:t>
        <a:bodyPr/>
        <a:lstStyle/>
        <a:p>
          <a:r>
            <a:rPr lang="en-US"/>
            <a:t>Total 2146 usable CPMG Serum spectra</a:t>
          </a:r>
        </a:p>
      </dgm:t>
    </dgm:pt>
    <dgm:pt modelId="{41BCC00D-6528-47A9-9D2A-BE24E3FCB75D}" type="parTrans" cxnId="{B76E208B-3CCE-4882-830D-DA23E019A95B}">
      <dgm:prSet/>
      <dgm:spPr/>
      <dgm:t>
        <a:bodyPr/>
        <a:lstStyle/>
        <a:p>
          <a:endParaRPr lang="en-US"/>
        </a:p>
      </dgm:t>
    </dgm:pt>
    <dgm:pt modelId="{C836D306-0A48-4950-8A44-34FD93218D90}" type="sibTrans" cxnId="{B76E208B-3CCE-4882-830D-DA23E019A95B}">
      <dgm:prSet/>
      <dgm:spPr/>
      <dgm:t>
        <a:bodyPr/>
        <a:lstStyle/>
        <a:p>
          <a:endParaRPr lang="en-US"/>
        </a:p>
      </dgm:t>
    </dgm:pt>
    <dgm:pt modelId="{CB4D5E07-1967-A846-AE38-E6D5181D52C7}" type="pres">
      <dgm:prSet presAssocID="{221CA597-53AE-41E9-B881-A0C1CB07F5EF}" presName="linear" presStyleCnt="0">
        <dgm:presLayoutVars>
          <dgm:animLvl val="lvl"/>
          <dgm:resizeHandles val="exact"/>
        </dgm:presLayoutVars>
      </dgm:prSet>
      <dgm:spPr/>
    </dgm:pt>
    <dgm:pt modelId="{C0819698-5EE0-7947-8E73-00E5E8CA093E}" type="pres">
      <dgm:prSet presAssocID="{9860DC0C-139A-464F-A5D6-72D633E5303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8CDA02-7448-2C41-BE3D-7015B95771E4}" type="pres">
      <dgm:prSet presAssocID="{76BECC34-CCD2-4126-AABD-BBF6442AB249}" presName="spacer" presStyleCnt="0"/>
      <dgm:spPr/>
    </dgm:pt>
    <dgm:pt modelId="{44A9F958-ED32-2D4A-8395-440FF27228F0}" type="pres">
      <dgm:prSet presAssocID="{C3E62051-0962-42CD-8F16-633CD623EB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921D121-0636-584B-A1FD-268F32770C6D}" type="pres">
      <dgm:prSet presAssocID="{8F962926-1981-4943-AD5C-3BE9520541E4}" presName="spacer" presStyleCnt="0"/>
      <dgm:spPr/>
    </dgm:pt>
    <dgm:pt modelId="{088063CC-7A06-5442-A4B5-5CCCFEBF4F29}" type="pres">
      <dgm:prSet presAssocID="{04A41CBF-ACA4-4C67-8219-AD0CFC4A83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DFECF1-4116-5549-82FC-20A4ABC157A3}" type="pres">
      <dgm:prSet presAssocID="{ADD48FF0-53E1-4AA4-B460-B19827DA8CE5}" presName="spacer" presStyleCnt="0"/>
      <dgm:spPr/>
    </dgm:pt>
    <dgm:pt modelId="{93E785FF-41C1-3242-87D2-E7B9922BFBB6}" type="pres">
      <dgm:prSet presAssocID="{93F0A107-BD72-463F-8BE3-6747E8E9B7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243B626-2D4B-2C40-8DB0-D01C5A892467}" type="presOf" srcId="{221CA597-53AE-41E9-B881-A0C1CB07F5EF}" destId="{CB4D5E07-1967-A846-AE38-E6D5181D52C7}" srcOrd="0" destOrd="0" presId="urn:microsoft.com/office/officeart/2005/8/layout/vList2"/>
    <dgm:cxn modelId="{3854773F-0F3F-4BF0-9C49-EC7CB5618E5B}" srcId="{221CA597-53AE-41E9-B881-A0C1CB07F5EF}" destId="{C3E62051-0962-42CD-8F16-633CD623EBAD}" srcOrd="1" destOrd="0" parTransId="{DDA17C93-280B-41F4-8C01-64E27B07FF09}" sibTransId="{8F962926-1981-4943-AD5C-3BE9520541E4}"/>
    <dgm:cxn modelId="{AC18E041-6847-CD47-8939-D9D4EF592E1E}" type="presOf" srcId="{C3E62051-0962-42CD-8F16-633CD623EBAD}" destId="{44A9F958-ED32-2D4A-8395-440FF27228F0}" srcOrd="0" destOrd="0" presId="urn:microsoft.com/office/officeart/2005/8/layout/vList2"/>
    <dgm:cxn modelId="{BD8C5286-B582-4488-8485-60FEFF47A2E1}" srcId="{221CA597-53AE-41E9-B881-A0C1CB07F5EF}" destId="{9860DC0C-139A-464F-A5D6-72D633E5303F}" srcOrd="0" destOrd="0" parTransId="{5910074B-D73A-4D56-B299-08219C063610}" sibTransId="{76BECC34-CCD2-4126-AABD-BBF6442AB249}"/>
    <dgm:cxn modelId="{B76E208B-3CCE-4882-830D-DA23E019A95B}" srcId="{221CA597-53AE-41E9-B881-A0C1CB07F5EF}" destId="{93F0A107-BD72-463F-8BE3-6747E8E9B734}" srcOrd="3" destOrd="0" parTransId="{41BCC00D-6528-47A9-9D2A-BE24E3FCB75D}" sibTransId="{C836D306-0A48-4950-8A44-34FD93218D90}"/>
    <dgm:cxn modelId="{C1658196-2ABC-4C4D-8EBF-9A8DC29ADEA6}" type="presOf" srcId="{93F0A107-BD72-463F-8BE3-6747E8E9B734}" destId="{93E785FF-41C1-3242-87D2-E7B9922BFBB6}" srcOrd="0" destOrd="0" presId="urn:microsoft.com/office/officeart/2005/8/layout/vList2"/>
    <dgm:cxn modelId="{B8E8A7D3-C903-4330-9B25-8CBC79CC5776}" srcId="{221CA597-53AE-41E9-B881-A0C1CB07F5EF}" destId="{04A41CBF-ACA4-4C67-8219-AD0CFC4A8388}" srcOrd="2" destOrd="0" parTransId="{8D3282B0-C833-4F4E-A689-84E4DFD04100}" sibTransId="{ADD48FF0-53E1-4AA4-B460-B19827DA8CE5}"/>
    <dgm:cxn modelId="{4EA607E6-4C80-A849-B7F0-22C5422B3C3B}" type="presOf" srcId="{04A41CBF-ACA4-4C67-8219-AD0CFC4A8388}" destId="{088063CC-7A06-5442-A4B5-5CCCFEBF4F29}" srcOrd="0" destOrd="0" presId="urn:microsoft.com/office/officeart/2005/8/layout/vList2"/>
    <dgm:cxn modelId="{F349EDF6-0B81-4E41-958D-F6830FB7F9AD}" type="presOf" srcId="{9860DC0C-139A-464F-A5D6-72D633E5303F}" destId="{C0819698-5EE0-7947-8E73-00E5E8CA093E}" srcOrd="0" destOrd="0" presId="urn:microsoft.com/office/officeart/2005/8/layout/vList2"/>
    <dgm:cxn modelId="{07D5B616-3266-9E46-B2F9-3B6B6BA72762}" type="presParOf" srcId="{CB4D5E07-1967-A846-AE38-E6D5181D52C7}" destId="{C0819698-5EE0-7947-8E73-00E5E8CA093E}" srcOrd="0" destOrd="0" presId="urn:microsoft.com/office/officeart/2005/8/layout/vList2"/>
    <dgm:cxn modelId="{FF2EAC6D-5398-AF46-A170-37D722E7C01E}" type="presParOf" srcId="{CB4D5E07-1967-A846-AE38-E6D5181D52C7}" destId="{9E8CDA02-7448-2C41-BE3D-7015B95771E4}" srcOrd="1" destOrd="0" presId="urn:microsoft.com/office/officeart/2005/8/layout/vList2"/>
    <dgm:cxn modelId="{F911DDFD-9457-6A4F-BB79-E8C1CFBC7F54}" type="presParOf" srcId="{CB4D5E07-1967-A846-AE38-E6D5181D52C7}" destId="{44A9F958-ED32-2D4A-8395-440FF27228F0}" srcOrd="2" destOrd="0" presId="urn:microsoft.com/office/officeart/2005/8/layout/vList2"/>
    <dgm:cxn modelId="{B032208A-1734-FA4A-9359-E1D1466BF85A}" type="presParOf" srcId="{CB4D5E07-1967-A846-AE38-E6D5181D52C7}" destId="{0921D121-0636-584B-A1FD-268F32770C6D}" srcOrd="3" destOrd="0" presId="urn:microsoft.com/office/officeart/2005/8/layout/vList2"/>
    <dgm:cxn modelId="{272A2C9C-C6E4-CE43-A94D-12871FF62063}" type="presParOf" srcId="{CB4D5E07-1967-A846-AE38-E6D5181D52C7}" destId="{088063CC-7A06-5442-A4B5-5CCCFEBF4F29}" srcOrd="4" destOrd="0" presId="urn:microsoft.com/office/officeart/2005/8/layout/vList2"/>
    <dgm:cxn modelId="{6CE010B5-EF85-584F-B7F0-57D52E8E950F}" type="presParOf" srcId="{CB4D5E07-1967-A846-AE38-E6D5181D52C7}" destId="{43DFECF1-4116-5549-82FC-20A4ABC157A3}" srcOrd="5" destOrd="0" presId="urn:microsoft.com/office/officeart/2005/8/layout/vList2"/>
    <dgm:cxn modelId="{3C4A4419-5325-304B-A12B-D6D8E9498394}" type="presParOf" srcId="{CB4D5E07-1967-A846-AE38-E6D5181D52C7}" destId="{93E785FF-41C1-3242-87D2-E7B9922BFB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DFC84E-2E6F-48C9-B9DA-68B20379C22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96336C1-59BE-41B0-B3B7-7792AEC6907E}">
      <dgm:prSet/>
      <dgm:spPr/>
      <dgm:t>
        <a:bodyPr/>
        <a:lstStyle/>
        <a:p>
          <a:r>
            <a:rPr lang="en-US"/>
            <a:t>Process all the spectra on TopSpin</a:t>
          </a:r>
        </a:p>
      </dgm:t>
    </dgm:pt>
    <dgm:pt modelId="{428AF791-F4F7-409A-918D-E6584B320312}" type="parTrans" cxnId="{A1D20595-D048-46BA-B2E3-4F8990C03451}">
      <dgm:prSet/>
      <dgm:spPr/>
      <dgm:t>
        <a:bodyPr/>
        <a:lstStyle/>
        <a:p>
          <a:endParaRPr lang="en-US"/>
        </a:p>
      </dgm:t>
    </dgm:pt>
    <dgm:pt modelId="{7C00278F-29D1-497E-B80E-18DE69EDB6BF}" type="sibTrans" cxnId="{A1D20595-D048-46BA-B2E3-4F8990C03451}">
      <dgm:prSet/>
      <dgm:spPr/>
      <dgm:t>
        <a:bodyPr/>
        <a:lstStyle/>
        <a:p>
          <a:endParaRPr lang="en-US"/>
        </a:p>
      </dgm:t>
    </dgm:pt>
    <dgm:pt modelId="{AA8DE9FF-3235-4B2D-B6C6-15D1EEC31777}">
      <dgm:prSet/>
      <dgm:spPr/>
      <dgm:t>
        <a:bodyPr/>
        <a:lstStyle/>
        <a:p>
          <a:r>
            <a:rPr lang="en-US"/>
            <a:t>Serial processing - lb 1; si 2*td; em; ft; apk</a:t>
          </a:r>
        </a:p>
      </dgm:t>
    </dgm:pt>
    <dgm:pt modelId="{945FD91D-5A44-4846-9185-1E8F0EE67AAA}" type="parTrans" cxnId="{DE6D37AC-7F40-4FA2-AB06-F884130D3A36}">
      <dgm:prSet/>
      <dgm:spPr/>
      <dgm:t>
        <a:bodyPr/>
        <a:lstStyle/>
        <a:p>
          <a:endParaRPr lang="en-US"/>
        </a:p>
      </dgm:t>
    </dgm:pt>
    <dgm:pt modelId="{EABB8560-CFFD-47EC-B9B2-C47BFED63533}" type="sibTrans" cxnId="{DE6D37AC-7F40-4FA2-AB06-F884130D3A36}">
      <dgm:prSet/>
      <dgm:spPr/>
      <dgm:t>
        <a:bodyPr/>
        <a:lstStyle/>
        <a:p>
          <a:endParaRPr lang="en-US"/>
        </a:p>
      </dgm:t>
    </dgm:pt>
    <dgm:pt modelId="{6B554F61-98B6-435D-99F2-936782FF420B}">
      <dgm:prSet/>
      <dgm:spPr/>
      <dgm:t>
        <a:bodyPr/>
        <a:lstStyle/>
        <a:p>
          <a:r>
            <a:rPr lang="en-US"/>
            <a:t>This usually makes all the spectra 128k points long</a:t>
          </a:r>
        </a:p>
      </dgm:t>
    </dgm:pt>
    <dgm:pt modelId="{EB08A36D-606F-4FE8-A577-5475FE21D1C7}" type="parTrans" cxnId="{91AC08B5-D798-4FF3-AF13-98D66048DB6D}">
      <dgm:prSet/>
      <dgm:spPr/>
      <dgm:t>
        <a:bodyPr/>
        <a:lstStyle/>
        <a:p>
          <a:endParaRPr lang="en-US"/>
        </a:p>
      </dgm:t>
    </dgm:pt>
    <dgm:pt modelId="{81C48A98-70E9-44DE-AC38-47B5D63D261B}" type="sibTrans" cxnId="{91AC08B5-D798-4FF3-AF13-98D66048DB6D}">
      <dgm:prSet/>
      <dgm:spPr/>
      <dgm:t>
        <a:bodyPr/>
        <a:lstStyle/>
        <a:p>
          <a:endParaRPr lang="en-US"/>
        </a:p>
      </dgm:t>
    </dgm:pt>
    <dgm:pt modelId="{B1EC35EC-9362-40BE-9927-AE5ABCC7538C}">
      <dgm:prSet/>
      <dgm:spPr/>
      <dgm:t>
        <a:bodyPr/>
        <a:lstStyle/>
        <a:p>
          <a:r>
            <a:rPr lang="en-US"/>
            <a:t>Read all the bruker ‘fid’ files using nmrGlue</a:t>
          </a:r>
        </a:p>
      </dgm:t>
    </dgm:pt>
    <dgm:pt modelId="{1725D6C0-C7A3-489E-995E-BB1A420C0226}" type="parTrans" cxnId="{3E052A32-40E8-4034-973B-A3B299DEEDAE}">
      <dgm:prSet/>
      <dgm:spPr/>
      <dgm:t>
        <a:bodyPr/>
        <a:lstStyle/>
        <a:p>
          <a:endParaRPr lang="en-US"/>
        </a:p>
      </dgm:t>
    </dgm:pt>
    <dgm:pt modelId="{819004C0-B35E-4EB7-8E8D-4B3976E5CB60}" type="sibTrans" cxnId="{3E052A32-40E8-4034-973B-A3B299DEEDAE}">
      <dgm:prSet/>
      <dgm:spPr/>
      <dgm:t>
        <a:bodyPr/>
        <a:lstStyle/>
        <a:p>
          <a:endParaRPr lang="en-US"/>
        </a:p>
      </dgm:t>
    </dgm:pt>
    <dgm:pt modelId="{2605201A-BFF5-4637-8ABF-BC8D851873D2}">
      <dgm:prSet/>
      <dgm:spPr/>
      <dgm:t>
        <a:bodyPr/>
        <a:lstStyle/>
        <a:p>
          <a:r>
            <a:rPr lang="en-US"/>
            <a:t>Find the rightmost peak and align spectra using that as reference</a:t>
          </a:r>
        </a:p>
      </dgm:t>
    </dgm:pt>
    <dgm:pt modelId="{31BC08E5-17DF-429D-8990-8F223362AC4D}" type="parTrans" cxnId="{840A380E-05D0-4C79-A329-A5BFA566B483}">
      <dgm:prSet/>
      <dgm:spPr/>
      <dgm:t>
        <a:bodyPr/>
        <a:lstStyle/>
        <a:p>
          <a:endParaRPr lang="en-US"/>
        </a:p>
      </dgm:t>
    </dgm:pt>
    <dgm:pt modelId="{8AB20937-E87D-48A7-B25B-FEBFA4CBDC29}" type="sibTrans" cxnId="{840A380E-05D0-4C79-A329-A5BFA566B483}">
      <dgm:prSet/>
      <dgm:spPr/>
      <dgm:t>
        <a:bodyPr/>
        <a:lstStyle/>
        <a:p>
          <a:endParaRPr lang="en-US"/>
        </a:p>
      </dgm:t>
    </dgm:pt>
    <dgm:pt modelId="{B0F72416-69EB-41A0-98F7-CECE8D9CE006}">
      <dgm:prSet/>
      <dgm:spPr/>
      <dgm:t>
        <a:bodyPr/>
        <a:lstStyle/>
        <a:p>
          <a:r>
            <a:rPr lang="en-US"/>
            <a:t>Water suppression: points 62500 – 68000 made equal to zero</a:t>
          </a:r>
        </a:p>
      </dgm:t>
    </dgm:pt>
    <dgm:pt modelId="{996F326C-7C7C-4E10-B329-D3013A4F8057}" type="parTrans" cxnId="{9573EDF2-5660-4C30-9CB9-166FE59C799C}">
      <dgm:prSet/>
      <dgm:spPr/>
      <dgm:t>
        <a:bodyPr/>
        <a:lstStyle/>
        <a:p>
          <a:endParaRPr lang="en-US"/>
        </a:p>
      </dgm:t>
    </dgm:pt>
    <dgm:pt modelId="{D55A81A6-911F-4AEC-A642-B249A5D80411}" type="sibTrans" cxnId="{9573EDF2-5660-4C30-9CB9-166FE59C799C}">
      <dgm:prSet/>
      <dgm:spPr/>
      <dgm:t>
        <a:bodyPr/>
        <a:lstStyle/>
        <a:p>
          <a:endParaRPr lang="en-US"/>
        </a:p>
      </dgm:t>
    </dgm:pt>
    <dgm:pt modelId="{F2A73BB2-1D33-4457-81C7-C9A280BE6BF5}">
      <dgm:prSet/>
      <dgm:spPr/>
      <dgm:t>
        <a:bodyPr/>
        <a:lstStyle/>
        <a:p>
          <a:r>
            <a:rPr lang="en-US"/>
            <a:t>Remove duplicated spectra</a:t>
          </a:r>
        </a:p>
      </dgm:t>
    </dgm:pt>
    <dgm:pt modelId="{97D23676-2A05-4C84-8097-2959DF9C265F}" type="parTrans" cxnId="{78A1DF79-9550-4CB8-B3CC-C9911D296073}">
      <dgm:prSet/>
      <dgm:spPr/>
      <dgm:t>
        <a:bodyPr/>
        <a:lstStyle/>
        <a:p>
          <a:endParaRPr lang="en-US"/>
        </a:p>
      </dgm:t>
    </dgm:pt>
    <dgm:pt modelId="{1CE90019-359D-4CDB-BF62-F83202268C31}" type="sibTrans" cxnId="{78A1DF79-9550-4CB8-B3CC-C9911D296073}">
      <dgm:prSet/>
      <dgm:spPr/>
      <dgm:t>
        <a:bodyPr/>
        <a:lstStyle/>
        <a:p>
          <a:endParaRPr lang="en-US"/>
        </a:p>
      </dgm:t>
    </dgm:pt>
    <dgm:pt modelId="{03169C5B-3F81-4EB4-8BFB-2E06E4487DF9}">
      <dgm:prSet/>
      <dgm:spPr/>
      <dgm:t>
        <a:bodyPr/>
        <a:lstStyle/>
        <a:p>
          <a:r>
            <a:rPr lang="en-US"/>
            <a:t>Normalise intensities to between 0-1</a:t>
          </a:r>
        </a:p>
      </dgm:t>
    </dgm:pt>
    <dgm:pt modelId="{2DE1E667-34EF-41C1-9F8E-FC5C6918AE87}" type="parTrans" cxnId="{DBB807CA-F90E-49FF-93B0-73469766D592}">
      <dgm:prSet/>
      <dgm:spPr/>
      <dgm:t>
        <a:bodyPr/>
        <a:lstStyle/>
        <a:p>
          <a:endParaRPr lang="en-US"/>
        </a:p>
      </dgm:t>
    </dgm:pt>
    <dgm:pt modelId="{67FC6F99-A296-46E8-B9F7-D1A9AA7F6BA4}" type="sibTrans" cxnId="{DBB807CA-F90E-49FF-93B0-73469766D592}">
      <dgm:prSet/>
      <dgm:spPr/>
      <dgm:t>
        <a:bodyPr/>
        <a:lstStyle/>
        <a:p>
          <a:endParaRPr lang="en-US"/>
        </a:p>
      </dgm:t>
    </dgm:pt>
    <dgm:pt modelId="{2A3AEA32-CE22-7B48-ACE0-E3163165DC6C}" type="pres">
      <dgm:prSet presAssocID="{19DFC84E-2E6F-48C9-B9DA-68B20379C22F}" presName="Name0" presStyleCnt="0">
        <dgm:presLayoutVars>
          <dgm:dir/>
          <dgm:resizeHandles val="exact"/>
        </dgm:presLayoutVars>
      </dgm:prSet>
      <dgm:spPr/>
    </dgm:pt>
    <dgm:pt modelId="{E31D0B36-138F-854F-8781-3542492EB8ED}" type="pres">
      <dgm:prSet presAssocID="{B96336C1-59BE-41B0-B3B7-7792AEC6907E}" presName="node" presStyleLbl="node1" presStyleIdx="0" presStyleCnt="6">
        <dgm:presLayoutVars>
          <dgm:bulletEnabled val="1"/>
        </dgm:presLayoutVars>
      </dgm:prSet>
      <dgm:spPr/>
    </dgm:pt>
    <dgm:pt modelId="{121F5531-6751-8942-92BE-C23567051345}" type="pres">
      <dgm:prSet presAssocID="{7C00278F-29D1-497E-B80E-18DE69EDB6BF}" presName="sibTrans" presStyleLbl="sibTrans1D1" presStyleIdx="0" presStyleCnt="5"/>
      <dgm:spPr/>
    </dgm:pt>
    <dgm:pt modelId="{CC81EC5F-604F-8F43-B7F2-6CB5CB0B7271}" type="pres">
      <dgm:prSet presAssocID="{7C00278F-29D1-497E-B80E-18DE69EDB6BF}" presName="connectorText" presStyleLbl="sibTrans1D1" presStyleIdx="0" presStyleCnt="5"/>
      <dgm:spPr/>
    </dgm:pt>
    <dgm:pt modelId="{F5A98EF4-5493-7F44-ADB0-B353E1A0143F}" type="pres">
      <dgm:prSet presAssocID="{B1EC35EC-9362-40BE-9927-AE5ABCC7538C}" presName="node" presStyleLbl="node1" presStyleIdx="1" presStyleCnt="6">
        <dgm:presLayoutVars>
          <dgm:bulletEnabled val="1"/>
        </dgm:presLayoutVars>
      </dgm:prSet>
      <dgm:spPr/>
    </dgm:pt>
    <dgm:pt modelId="{844CC16E-CC9B-F340-AF0F-11292574DD91}" type="pres">
      <dgm:prSet presAssocID="{819004C0-B35E-4EB7-8E8D-4B3976E5CB60}" presName="sibTrans" presStyleLbl="sibTrans1D1" presStyleIdx="1" presStyleCnt="5"/>
      <dgm:spPr/>
    </dgm:pt>
    <dgm:pt modelId="{B56DE7B2-659C-E747-81B9-6AAAE902BF18}" type="pres">
      <dgm:prSet presAssocID="{819004C0-B35E-4EB7-8E8D-4B3976E5CB60}" presName="connectorText" presStyleLbl="sibTrans1D1" presStyleIdx="1" presStyleCnt="5"/>
      <dgm:spPr/>
    </dgm:pt>
    <dgm:pt modelId="{193D5CA1-C361-1048-B0C0-85DFAC311521}" type="pres">
      <dgm:prSet presAssocID="{2605201A-BFF5-4637-8ABF-BC8D851873D2}" presName="node" presStyleLbl="node1" presStyleIdx="2" presStyleCnt="6">
        <dgm:presLayoutVars>
          <dgm:bulletEnabled val="1"/>
        </dgm:presLayoutVars>
      </dgm:prSet>
      <dgm:spPr/>
    </dgm:pt>
    <dgm:pt modelId="{246ED85A-C985-0E4C-B413-F225679293C3}" type="pres">
      <dgm:prSet presAssocID="{8AB20937-E87D-48A7-B25B-FEBFA4CBDC29}" presName="sibTrans" presStyleLbl="sibTrans1D1" presStyleIdx="2" presStyleCnt="5"/>
      <dgm:spPr/>
    </dgm:pt>
    <dgm:pt modelId="{D3175BD9-4D8F-5148-9826-B743ABF18D2F}" type="pres">
      <dgm:prSet presAssocID="{8AB20937-E87D-48A7-B25B-FEBFA4CBDC29}" presName="connectorText" presStyleLbl="sibTrans1D1" presStyleIdx="2" presStyleCnt="5"/>
      <dgm:spPr/>
    </dgm:pt>
    <dgm:pt modelId="{D88EC3F9-7DFA-4A49-9E34-7D9A3D5C9092}" type="pres">
      <dgm:prSet presAssocID="{B0F72416-69EB-41A0-98F7-CECE8D9CE006}" presName="node" presStyleLbl="node1" presStyleIdx="3" presStyleCnt="6">
        <dgm:presLayoutVars>
          <dgm:bulletEnabled val="1"/>
        </dgm:presLayoutVars>
      </dgm:prSet>
      <dgm:spPr/>
    </dgm:pt>
    <dgm:pt modelId="{E2DDB852-AAA1-1C49-BAE2-F97B92A73918}" type="pres">
      <dgm:prSet presAssocID="{D55A81A6-911F-4AEC-A642-B249A5D80411}" presName="sibTrans" presStyleLbl="sibTrans1D1" presStyleIdx="3" presStyleCnt="5"/>
      <dgm:spPr/>
    </dgm:pt>
    <dgm:pt modelId="{CE60E5B7-F0D6-FA41-B309-EAEAC3A13EEA}" type="pres">
      <dgm:prSet presAssocID="{D55A81A6-911F-4AEC-A642-B249A5D80411}" presName="connectorText" presStyleLbl="sibTrans1D1" presStyleIdx="3" presStyleCnt="5"/>
      <dgm:spPr/>
    </dgm:pt>
    <dgm:pt modelId="{99A7F622-48E4-544F-AC52-153EAF4AC980}" type="pres">
      <dgm:prSet presAssocID="{F2A73BB2-1D33-4457-81C7-C9A280BE6BF5}" presName="node" presStyleLbl="node1" presStyleIdx="4" presStyleCnt="6">
        <dgm:presLayoutVars>
          <dgm:bulletEnabled val="1"/>
        </dgm:presLayoutVars>
      </dgm:prSet>
      <dgm:spPr/>
    </dgm:pt>
    <dgm:pt modelId="{AB002FE3-87E0-714D-8CD3-A4B0540DC78A}" type="pres">
      <dgm:prSet presAssocID="{1CE90019-359D-4CDB-BF62-F83202268C31}" presName="sibTrans" presStyleLbl="sibTrans1D1" presStyleIdx="4" presStyleCnt="5"/>
      <dgm:spPr/>
    </dgm:pt>
    <dgm:pt modelId="{58AA2581-A2F9-D647-9A1A-4000DFE2C9D3}" type="pres">
      <dgm:prSet presAssocID="{1CE90019-359D-4CDB-BF62-F83202268C31}" presName="connectorText" presStyleLbl="sibTrans1D1" presStyleIdx="4" presStyleCnt="5"/>
      <dgm:spPr/>
    </dgm:pt>
    <dgm:pt modelId="{E1D647FB-3A24-4740-BCA8-5290012E64F9}" type="pres">
      <dgm:prSet presAssocID="{03169C5B-3F81-4EB4-8BFB-2E06E4487DF9}" presName="node" presStyleLbl="node1" presStyleIdx="5" presStyleCnt="6">
        <dgm:presLayoutVars>
          <dgm:bulletEnabled val="1"/>
        </dgm:presLayoutVars>
      </dgm:prSet>
      <dgm:spPr/>
    </dgm:pt>
  </dgm:ptLst>
  <dgm:cxnLst>
    <dgm:cxn modelId="{5F6F150C-1178-7646-8F1B-B5EFE3ED723E}" type="presOf" srcId="{B96336C1-59BE-41B0-B3B7-7792AEC6907E}" destId="{E31D0B36-138F-854F-8781-3542492EB8ED}" srcOrd="0" destOrd="0" presId="urn:microsoft.com/office/officeart/2016/7/layout/RepeatingBendingProcessNew"/>
    <dgm:cxn modelId="{E877ED0C-630B-5447-A410-C008C9D851E3}" type="presOf" srcId="{03169C5B-3F81-4EB4-8BFB-2E06E4487DF9}" destId="{E1D647FB-3A24-4740-BCA8-5290012E64F9}" srcOrd="0" destOrd="0" presId="urn:microsoft.com/office/officeart/2016/7/layout/RepeatingBendingProcessNew"/>
    <dgm:cxn modelId="{840A380E-05D0-4C79-A329-A5BFA566B483}" srcId="{19DFC84E-2E6F-48C9-B9DA-68B20379C22F}" destId="{2605201A-BFF5-4637-8ABF-BC8D851873D2}" srcOrd="2" destOrd="0" parTransId="{31BC08E5-17DF-429D-8990-8F223362AC4D}" sibTransId="{8AB20937-E87D-48A7-B25B-FEBFA4CBDC29}"/>
    <dgm:cxn modelId="{E0B23D16-C912-DA4B-AD8F-FFD3EACB636B}" type="presOf" srcId="{1CE90019-359D-4CDB-BF62-F83202268C31}" destId="{58AA2581-A2F9-D647-9A1A-4000DFE2C9D3}" srcOrd="1" destOrd="0" presId="urn:microsoft.com/office/officeart/2016/7/layout/RepeatingBendingProcessNew"/>
    <dgm:cxn modelId="{5573FE18-EE6D-5346-B194-3C71A90C3F20}" type="presOf" srcId="{F2A73BB2-1D33-4457-81C7-C9A280BE6BF5}" destId="{99A7F622-48E4-544F-AC52-153EAF4AC980}" srcOrd="0" destOrd="0" presId="urn:microsoft.com/office/officeart/2016/7/layout/RepeatingBendingProcessNew"/>
    <dgm:cxn modelId="{3E052A32-40E8-4034-973B-A3B299DEEDAE}" srcId="{19DFC84E-2E6F-48C9-B9DA-68B20379C22F}" destId="{B1EC35EC-9362-40BE-9927-AE5ABCC7538C}" srcOrd="1" destOrd="0" parTransId="{1725D6C0-C7A3-489E-995E-BB1A420C0226}" sibTransId="{819004C0-B35E-4EB7-8E8D-4B3976E5CB60}"/>
    <dgm:cxn modelId="{99E0D947-0F35-A542-8D5A-2F026D88279E}" type="presOf" srcId="{AA8DE9FF-3235-4B2D-B6C6-15D1EEC31777}" destId="{E31D0B36-138F-854F-8781-3542492EB8ED}" srcOrd="0" destOrd="1" presId="urn:microsoft.com/office/officeart/2016/7/layout/RepeatingBendingProcessNew"/>
    <dgm:cxn modelId="{74761F54-E1C4-5644-8E94-DC60B91AF130}" type="presOf" srcId="{819004C0-B35E-4EB7-8E8D-4B3976E5CB60}" destId="{B56DE7B2-659C-E747-81B9-6AAAE902BF18}" srcOrd="1" destOrd="0" presId="urn:microsoft.com/office/officeart/2016/7/layout/RepeatingBendingProcessNew"/>
    <dgm:cxn modelId="{C69BE05E-1151-6141-80B5-9AD5F674E130}" type="presOf" srcId="{6B554F61-98B6-435D-99F2-936782FF420B}" destId="{E31D0B36-138F-854F-8781-3542492EB8ED}" srcOrd="0" destOrd="2" presId="urn:microsoft.com/office/officeart/2016/7/layout/RepeatingBendingProcessNew"/>
    <dgm:cxn modelId="{A3FB3A76-AA98-E34E-93DE-4CF53DC913D3}" type="presOf" srcId="{7C00278F-29D1-497E-B80E-18DE69EDB6BF}" destId="{121F5531-6751-8942-92BE-C23567051345}" srcOrd="0" destOrd="0" presId="urn:microsoft.com/office/officeart/2016/7/layout/RepeatingBendingProcessNew"/>
    <dgm:cxn modelId="{78A1DF79-9550-4CB8-B3CC-C9911D296073}" srcId="{19DFC84E-2E6F-48C9-B9DA-68B20379C22F}" destId="{F2A73BB2-1D33-4457-81C7-C9A280BE6BF5}" srcOrd="4" destOrd="0" parTransId="{97D23676-2A05-4C84-8097-2959DF9C265F}" sibTransId="{1CE90019-359D-4CDB-BF62-F83202268C31}"/>
    <dgm:cxn modelId="{8C5B6B93-81C8-D243-B818-909A785C48F9}" type="presOf" srcId="{8AB20937-E87D-48A7-B25B-FEBFA4CBDC29}" destId="{246ED85A-C985-0E4C-B413-F225679293C3}" srcOrd="0" destOrd="0" presId="urn:microsoft.com/office/officeart/2016/7/layout/RepeatingBendingProcessNew"/>
    <dgm:cxn modelId="{A1D20595-D048-46BA-B2E3-4F8990C03451}" srcId="{19DFC84E-2E6F-48C9-B9DA-68B20379C22F}" destId="{B96336C1-59BE-41B0-B3B7-7792AEC6907E}" srcOrd="0" destOrd="0" parTransId="{428AF791-F4F7-409A-918D-E6584B320312}" sibTransId="{7C00278F-29D1-497E-B80E-18DE69EDB6BF}"/>
    <dgm:cxn modelId="{4D07F097-F80C-824F-B266-4957B7CADCB6}" type="presOf" srcId="{19DFC84E-2E6F-48C9-B9DA-68B20379C22F}" destId="{2A3AEA32-CE22-7B48-ACE0-E3163165DC6C}" srcOrd="0" destOrd="0" presId="urn:microsoft.com/office/officeart/2016/7/layout/RepeatingBendingProcessNew"/>
    <dgm:cxn modelId="{DE6D37AC-7F40-4FA2-AB06-F884130D3A36}" srcId="{B96336C1-59BE-41B0-B3B7-7792AEC6907E}" destId="{AA8DE9FF-3235-4B2D-B6C6-15D1EEC31777}" srcOrd="0" destOrd="0" parTransId="{945FD91D-5A44-4846-9185-1E8F0EE67AAA}" sibTransId="{EABB8560-CFFD-47EC-B9B2-C47BFED63533}"/>
    <dgm:cxn modelId="{936C55AC-F2AB-E949-B36E-247565BE885D}" type="presOf" srcId="{8AB20937-E87D-48A7-B25B-FEBFA4CBDC29}" destId="{D3175BD9-4D8F-5148-9826-B743ABF18D2F}" srcOrd="1" destOrd="0" presId="urn:microsoft.com/office/officeart/2016/7/layout/RepeatingBendingProcessNew"/>
    <dgm:cxn modelId="{91AC08B5-D798-4FF3-AF13-98D66048DB6D}" srcId="{B96336C1-59BE-41B0-B3B7-7792AEC6907E}" destId="{6B554F61-98B6-435D-99F2-936782FF420B}" srcOrd="1" destOrd="0" parTransId="{EB08A36D-606F-4FE8-A577-5475FE21D1C7}" sibTransId="{81C48A98-70E9-44DE-AC38-47B5D63D261B}"/>
    <dgm:cxn modelId="{DBB807CA-F90E-49FF-93B0-73469766D592}" srcId="{19DFC84E-2E6F-48C9-B9DA-68B20379C22F}" destId="{03169C5B-3F81-4EB4-8BFB-2E06E4487DF9}" srcOrd="5" destOrd="0" parTransId="{2DE1E667-34EF-41C1-9F8E-FC5C6918AE87}" sibTransId="{67FC6F99-A296-46E8-B9F7-D1A9AA7F6BA4}"/>
    <dgm:cxn modelId="{B50D25CD-FA4B-854A-B7B4-32BBC4A0B0F4}" type="presOf" srcId="{B1EC35EC-9362-40BE-9927-AE5ABCC7538C}" destId="{F5A98EF4-5493-7F44-ADB0-B353E1A0143F}" srcOrd="0" destOrd="0" presId="urn:microsoft.com/office/officeart/2016/7/layout/RepeatingBendingProcessNew"/>
    <dgm:cxn modelId="{6E719FD2-96B9-8D42-80B3-6D18E37AD69D}" type="presOf" srcId="{1CE90019-359D-4CDB-BF62-F83202268C31}" destId="{AB002FE3-87E0-714D-8CD3-A4B0540DC78A}" srcOrd="0" destOrd="0" presId="urn:microsoft.com/office/officeart/2016/7/layout/RepeatingBendingProcessNew"/>
    <dgm:cxn modelId="{C466D6D2-C823-D648-B79F-7A3D5D6B67ED}" type="presOf" srcId="{D55A81A6-911F-4AEC-A642-B249A5D80411}" destId="{CE60E5B7-F0D6-FA41-B309-EAEAC3A13EEA}" srcOrd="1" destOrd="0" presId="urn:microsoft.com/office/officeart/2016/7/layout/RepeatingBendingProcessNew"/>
    <dgm:cxn modelId="{7A90CAD5-9383-CD4B-A4AD-EE473963C719}" type="presOf" srcId="{D55A81A6-911F-4AEC-A642-B249A5D80411}" destId="{E2DDB852-AAA1-1C49-BAE2-F97B92A73918}" srcOrd="0" destOrd="0" presId="urn:microsoft.com/office/officeart/2016/7/layout/RepeatingBendingProcessNew"/>
    <dgm:cxn modelId="{7FFCA8E8-DB6E-6A41-8990-DB206E4AFABF}" type="presOf" srcId="{B0F72416-69EB-41A0-98F7-CECE8D9CE006}" destId="{D88EC3F9-7DFA-4A49-9E34-7D9A3D5C9092}" srcOrd="0" destOrd="0" presId="urn:microsoft.com/office/officeart/2016/7/layout/RepeatingBendingProcessNew"/>
    <dgm:cxn modelId="{126C37EE-C40C-134A-BF07-D187583C09EC}" type="presOf" srcId="{819004C0-B35E-4EB7-8E8D-4B3976E5CB60}" destId="{844CC16E-CC9B-F340-AF0F-11292574DD91}" srcOrd="0" destOrd="0" presId="urn:microsoft.com/office/officeart/2016/7/layout/RepeatingBendingProcessNew"/>
    <dgm:cxn modelId="{72C648F1-BF31-CE4C-8512-7F7CDD0B673A}" type="presOf" srcId="{2605201A-BFF5-4637-8ABF-BC8D851873D2}" destId="{193D5CA1-C361-1048-B0C0-85DFAC311521}" srcOrd="0" destOrd="0" presId="urn:microsoft.com/office/officeart/2016/7/layout/RepeatingBendingProcessNew"/>
    <dgm:cxn modelId="{9573EDF2-5660-4C30-9CB9-166FE59C799C}" srcId="{19DFC84E-2E6F-48C9-B9DA-68B20379C22F}" destId="{B0F72416-69EB-41A0-98F7-CECE8D9CE006}" srcOrd="3" destOrd="0" parTransId="{996F326C-7C7C-4E10-B329-D3013A4F8057}" sibTransId="{D55A81A6-911F-4AEC-A642-B249A5D80411}"/>
    <dgm:cxn modelId="{BE16FDF5-50BF-C245-9AEF-A29E7050FE7B}" type="presOf" srcId="{7C00278F-29D1-497E-B80E-18DE69EDB6BF}" destId="{CC81EC5F-604F-8F43-B7F2-6CB5CB0B7271}" srcOrd="1" destOrd="0" presId="urn:microsoft.com/office/officeart/2016/7/layout/RepeatingBendingProcessNew"/>
    <dgm:cxn modelId="{9EC659DB-BC94-314C-A692-E40D35B82C13}" type="presParOf" srcId="{2A3AEA32-CE22-7B48-ACE0-E3163165DC6C}" destId="{E31D0B36-138F-854F-8781-3542492EB8ED}" srcOrd="0" destOrd="0" presId="urn:microsoft.com/office/officeart/2016/7/layout/RepeatingBendingProcessNew"/>
    <dgm:cxn modelId="{2367B453-8178-AE4B-8F1A-EC6CC531D540}" type="presParOf" srcId="{2A3AEA32-CE22-7B48-ACE0-E3163165DC6C}" destId="{121F5531-6751-8942-92BE-C23567051345}" srcOrd="1" destOrd="0" presId="urn:microsoft.com/office/officeart/2016/7/layout/RepeatingBendingProcessNew"/>
    <dgm:cxn modelId="{52926E06-3342-F446-B5E2-428972D7F222}" type="presParOf" srcId="{121F5531-6751-8942-92BE-C23567051345}" destId="{CC81EC5F-604F-8F43-B7F2-6CB5CB0B7271}" srcOrd="0" destOrd="0" presId="urn:microsoft.com/office/officeart/2016/7/layout/RepeatingBendingProcessNew"/>
    <dgm:cxn modelId="{7CDB4A3E-9F69-8346-B913-2DA5C2E3460E}" type="presParOf" srcId="{2A3AEA32-CE22-7B48-ACE0-E3163165DC6C}" destId="{F5A98EF4-5493-7F44-ADB0-B353E1A0143F}" srcOrd="2" destOrd="0" presId="urn:microsoft.com/office/officeart/2016/7/layout/RepeatingBendingProcessNew"/>
    <dgm:cxn modelId="{985B850A-4AB8-094E-A604-25B9456F91E6}" type="presParOf" srcId="{2A3AEA32-CE22-7B48-ACE0-E3163165DC6C}" destId="{844CC16E-CC9B-F340-AF0F-11292574DD91}" srcOrd="3" destOrd="0" presId="urn:microsoft.com/office/officeart/2016/7/layout/RepeatingBendingProcessNew"/>
    <dgm:cxn modelId="{59AA2F07-A1C4-704C-A91B-47B540E2C115}" type="presParOf" srcId="{844CC16E-CC9B-F340-AF0F-11292574DD91}" destId="{B56DE7B2-659C-E747-81B9-6AAAE902BF18}" srcOrd="0" destOrd="0" presId="urn:microsoft.com/office/officeart/2016/7/layout/RepeatingBendingProcessNew"/>
    <dgm:cxn modelId="{2981AAD8-5FEA-DF4E-9811-07396E038E88}" type="presParOf" srcId="{2A3AEA32-CE22-7B48-ACE0-E3163165DC6C}" destId="{193D5CA1-C361-1048-B0C0-85DFAC311521}" srcOrd="4" destOrd="0" presId="urn:microsoft.com/office/officeart/2016/7/layout/RepeatingBendingProcessNew"/>
    <dgm:cxn modelId="{12E649E8-547C-854F-B8D3-F1E4A717F15D}" type="presParOf" srcId="{2A3AEA32-CE22-7B48-ACE0-E3163165DC6C}" destId="{246ED85A-C985-0E4C-B413-F225679293C3}" srcOrd="5" destOrd="0" presId="urn:microsoft.com/office/officeart/2016/7/layout/RepeatingBendingProcessNew"/>
    <dgm:cxn modelId="{D194693D-9B74-DD40-9C49-13EDF34F66CE}" type="presParOf" srcId="{246ED85A-C985-0E4C-B413-F225679293C3}" destId="{D3175BD9-4D8F-5148-9826-B743ABF18D2F}" srcOrd="0" destOrd="0" presId="urn:microsoft.com/office/officeart/2016/7/layout/RepeatingBendingProcessNew"/>
    <dgm:cxn modelId="{2717EE6C-DF89-204C-BA08-ED494F445642}" type="presParOf" srcId="{2A3AEA32-CE22-7B48-ACE0-E3163165DC6C}" destId="{D88EC3F9-7DFA-4A49-9E34-7D9A3D5C9092}" srcOrd="6" destOrd="0" presId="urn:microsoft.com/office/officeart/2016/7/layout/RepeatingBendingProcessNew"/>
    <dgm:cxn modelId="{81F58C12-E582-5741-9CEB-6079D6253D21}" type="presParOf" srcId="{2A3AEA32-CE22-7B48-ACE0-E3163165DC6C}" destId="{E2DDB852-AAA1-1C49-BAE2-F97B92A73918}" srcOrd="7" destOrd="0" presId="urn:microsoft.com/office/officeart/2016/7/layout/RepeatingBendingProcessNew"/>
    <dgm:cxn modelId="{C3832FD1-ED24-D54C-B661-08B6E158AD8A}" type="presParOf" srcId="{E2DDB852-AAA1-1C49-BAE2-F97B92A73918}" destId="{CE60E5B7-F0D6-FA41-B309-EAEAC3A13EEA}" srcOrd="0" destOrd="0" presId="urn:microsoft.com/office/officeart/2016/7/layout/RepeatingBendingProcessNew"/>
    <dgm:cxn modelId="{09FC9063-40E4-AE42-B86B-D24F18040107}" type="presParOf" srcId="{2A3AEA32-CE22-7B48-ACE0-E3163165DC6C}" destId="{99A7F622-48E4-544F-AC52-153EAF4AC980}" srcOrd="8" destOrd="0" presId="urn:microsoft.com/office/officeart/2016/7/layout/RepeatingBendingProcessNew"/>
    <dgm:cxn modelId="{8A23EF85-9F42-6741-A392-34BF359C1C8E}" type="presParOf" srcId="{2A3AEA32-CE22-7B48-ACE0-E3163165DC6C}" destId="{AB002FE3-87E0-714D-8CD3-A4B0540DC78A}" srcOrd="9" destOrd="0" presId="urn:microsoft.com/office/officeart/2016/7/layout/RepeatingBendingProcessNew"/>
    <dgm:cxn modelId="{AFDBD7D4-9204-934F-B056-A04FD58C872E}" type="presParOf" srcId="{AB002FE3-87E0-714D-8CD3-A4B0540DC78A}" destId="{58AA2581-A2F9-D647-9A1A-4000DFE2C9D3}" srcOrd="0" destOrd="0" presId="urn:microsoft.com/office/officeart/2016/7/layout/RepeatingBendingProcessNew"/>
    <dgm:cxn modelId="{0FA4080C-F9C7-F14C-83EA-6C543D5B64C7}" type="presParOf" srcId="{2A3AEA32-CE22-7B48-ACE0-E3163165DC6C}" destId="{E1D647FB-3A24-4740-BCA8-5290012E64F9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19230B-DE35-4B17-AD16-FA65BAB9DC4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B05DA4-5775-4172-8602-D7CEF97E44F8}">
      <dgm:prSet/>
      <dgm:spPr/>
      <dgm:t>
        <a:bodyPr/>
        <a:lstStyle/>
        <a:p>
          <a:r>
            <a:rPr lang="en-US"/>
            <a:t>Traumatic Brain Injury (TBI) samples from Tirupati (thanks to Gayatree)</a:t>
          </a:r>
        </a:p>
      </dgm:t>
    </dgm:pt>
    <dgm:pt modelId="{9DEB3321-BDDA-4188-93DD-4E80BDF697EA}" type="parTrans" cxnId="{774183B5-76D0-4068-91E9-5D9EDAD4E137}">
      <dgm:prSet/>
      <dgm:spPr/>
      <dgm:t>
        <a:bodyPr/>
        <a:lstStyle/>
        <a:p>
          <a:endParaRPr lang="en-US"/>
        </a:p>
      </dgm:t>
    </dgm:pt>
    <dgm:pt modelId="{F0832523-3E58-4424-B37A-452A2291F514}" type="sibTrans" cxnId="{774183B5-76D0-4068-91E9-5D9EDAD4E137}">
      <dgm:prSet/>
      <dgm:spPr/>
      <dgm:t>
        <a:bodyPr/>
        <a:lstStyle/>
        <a:p>
          <a:endParaRPr lang="en-US"/>
        </a:p>
      </dgm:t>
    </dgm:pt>
    <dgm:pt modelId="{92A7E6B6-A89C-44A9-BAC8-4BA661EC6508}">
      <dgm:prSet/>
      <dgm:spPr/>
      <dgm:t>
        <a:bodyPr/>
        <a:lstStyle/>
        <a:p>
          <a:r>
            <a:rPr lang="en-US"/>
            <a:t>CPMG Serum</a:t>
          </a:r>
        </a:p>
      </dgm:t>
    </dgm:pt>
    <dgm:pt modelId="{39ECF7D2-56AD-4655-B1FB-2CA2309E9E71}" type="parTrans" cxnId="{318FBB5E-25BB-4A2F-8F16-FD7F405A6EC0}">
      <dgm:prSet/>
      <dgm:spPr/>
      <dgm:t>
        <a:bodyPr/>
        <a:lstStyle/>
        <a:p>
          <a:endParaRPr lang="en-US"/>
        </a:p>
      </dgm:t>
    </dgm:pt>
    <dgm:pt modelId="{2A592F07-8454-497E-A208-AB582AF5A339}" type="sibTrans" cxnId="{318FBB5E-25BB-4A2F-8F16-FD7F405A6EC0}">
      <dgm:prSet/>
      <dgm:spPr/>
      <dgm:t>
        <a:bodyPr/>
        <a:lstStyle/>
        <a:p>
          <a:endParaRPr lang="en-US"/>
        </a:p>
      </dgm:t>
    </dgm:pt>
    <dgm:pt modelId="{ABD7C129-A7A5-4FCA-9859-2F042837A266}">
      <dgm:prSet/>
      <dgm:spPr/>
      <dgm:t>
        <a:bodyPr/>
        <a:lstStyle/>
        <a:p>
          <a:r>
            <a:rPr lang="en-US"/>
            <a:t>~57 samples</a:t>
          </a:r>
        </a:p>
      </dgm:t>
    </dgm:pt>
    <dgm:pt modelId="{F824A05C-E4C8-4F0D-A674-86C2FE73564E}" type="parTrans" cxnId="{19BB42CF-4A7C-4685-ADAF-E05EA2C65724}">
      <dgm:prSet/>
      <dgm:spPr/>
      <dgm:t>
        <a:bodyPr/>
        <a:lstStyle/>
        <a:p>
          <a:endParaRPr lang="en-US"/>
        </a:p>
      </dgm:t>
    </dgm:pt>
    <dgm:pt modelId="{3F2AD7F3-11A8-438B-A976-A71F8DD4A4C8}" type="sibTrans" cxnId="{19BB42CF-4A7C-4685-ADAF-E05EA2C65724}">
      <dgm:prSet/>
      <dgm:spPr/>
      <dgm:t>
        <a:bodyPr/>
        <a:lstStyle/>
        <a:p>
          <a:endParaRPr lang="en-US"/>
        </a:p>
      </dgm:t>
    </dgm:pt>
    <dgm:pt modelId="{2C297601-4393-4851-8FE2-A5C917267B1D}">
      <dgm:prSet/>
      <dgm:spPr/>
      <dgm:t>
        <a:bodyPr/>
        <a:lstStyle/>
        <a:p>
          <a:r>
            <a:rPr lang="en-US"/>
            <a:t>Collected on 1</a:t>
          </a:r>
          <a:r>
            <a:rPr lang="en-US" baseline="30000"/>
            <a:t>st</a:t>
          </a:r>
          <a:r>
            <a:rPr lang="en-US"/>
            <a:t> Day and 4</a:t>
          </a:r>
          <a:r>
            <a:rPr lang="en-US" baseline="30000"/>
            <a:t>th</a:t>
          </a:r>
          <a:r>
            <a:rPr lang="en-US"/>
            <a:t> Day</a:t>
          </a:r>
        </a:p>
      </dgm:t>
    </dgm:pt>
    <dgm:pt modelId="{26A9DCCC-E24A-4860-83C0-B4250DF3DC55}" type="parTrans" cxnId="{077999B4-8660-4A4E-9CDB-2A621833B467}">
      <dgm:prSet/>
      <dgm:spPr/>
      <dgm:t>
        <a:bodyPr/>
        <a:lstStyle/>
        <a:p>
          <a:endParaRPr lang="en-US"/>
        </a:p>
      </dgm:t>
    </dgm:pt>
    <dgm:pt modelId="{2E129D79-8CA3-400A-B8CA-F99AF518DC0E}" type="sibTrans" cxnId="{077999B4-8660-4A4E-9CDB-2A621833B467}">
      <dgm:prSet/>
      <dgm:spPr/>
      <dgm:t>
        <a:bodyPr/>
        <a:lstStyle/>
        <a:p>
          <a:endParaRPr lang="en-US"/>
        </a:p>
      </dgm:t>
    </dgm:pt>
    <dgm:pt modelId="{0E24B314-C046-F445-88AC-94EC0CCC5E96}" type="pres">
      <dgm:prSet presAssocID="{3719230B-DE35-4B17-AD16-FA65BAB9DC4D}" presName="linear" presStyleCnt="0">
        <dgm:presLayoutVars>
          <dgm:animLvl val="lvl"/>
          <dgm:resizeHandles val="exact"/>
        </dgm:presLayoutVars>
      </dgm:prSet>
      <dgm:spPr/>
    </dgm:pt>
    <dgm:pt modelId="{FAEC1E89-A8FB-134A-B6D2-C8F30D1FF24D}" type="pres">
      <dgm:prSet presAssocID="{9EB05DA4-5775-4172-8602-D7CEF97E44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E2D7F7-43B3-C343-A5B6-BFD55827942D}" type="pres">
      <dgm:prSet presAssocID="{F0832523-3E58-4424-B37A-452A2291F514}" presName="spacer" presStyleCnt="0"/>
      <dgm:spPr/>
    </dgm:pt>
    <dgm:pt modelId="{AE433026-9213-BB48-B697-017E562D3DCC}" type="pres">
      <dgm:prSet presAssocID="{92A7E6B6-A89C-44A9-BAC8-4BA661EC65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9DCED2D-0B9F-C945-AFAD-2D266B4C7E1A}" type="pres">
      <dgm:prSet presAssocID="{2A592F07-8454-497E-A208-AB582AF5A339}" presName="spacer" presStyleCnt="0"/>
      <dgm:spPr/>
    </dgm:pt>
    <dgm:pt modelId="{99B695E1-E5F6-B741-B7DC-9FEBFE605ECA}" type="pres">
      <dgm:prSet presAssocID="{ABD7C129-A7A5-4FCA-9859-2F042837A2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9F6F93-A555-2441-B6F4-AC65002444B7}" type="pres">
      <dgm:prSet presAssocID="{3F2AD7F3-11A8-438B-A976-A71F8DD4A4C8}" presName="spacer" presStyleCnt="0"/>
      <dgm:spPr/>
    </dgm:pt>
    <dgm:pt modelId="{48A06355-1E94-894F-AAE1-30B9EF60FA0C}" type="pres">
      <dgm:prSet presAssocID="{2C297601-4393-4851-8FE2-A5C917267B1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B46C0B-36CD-D544-B38E-BC5659B13915}" type="presOf" srcId="{92A7E6B6-A89C-44A9-BAC8-4BA661EC6508}" destId="{AE433026-9213-BB48-B697-017E562D3DCC}" srcOrd="0" destOrd="0" presId="urn:microsoft.com/office/officeart/2005/8/layout/vList2"/>
    <dgm:cxn modelId="{ABC15534-BAC4-3D4B-ACF4-EDB700A73A81}" type="presOf" srcId="{9EB05DA4-5775-4172-8602-D7CEF97E44F8}" destId="{FAEC1E89-A8FB-134A-B6D2-C8F30D1FF24D}" srcOrd="0" destOrd="0" presId="urn:microsoft.com/office/officeart/2005/8/layout/vList2"/>
    <dgm:cxn modelId="{318FBB5E-25BB-4A2F-8F16-FD7F405A6EC0}" srcId="{3719230B-DE35-4B17-AD16-FA65BAB9DC4D}" destId="{92A7E6B6-A89C-44A9-BAC8-4BA661EC6508}" srcOrd="1" destOrd="0" parTransId="{39ECF7D2-56AD-4655-B1FB-2CA2309E9E71}" sibTransId="{2A592F07-8454-497E-A208-AB582AF5A339}"/>
    <dgm:cxn modelId="{BCE11989-22B6-7F4C-87BB-EAB573955701}" type="presOf" srcId="{2C297601-4393-4851-8FE2-A5C917267B1D}" destId="{48A06355-1E94-894F-AAE1-30B9EF60FA0C}" srcOrd="0" destOrd="0" presId="urn:microsoft.com/office/officeart/2005/8/layout/vList2"/>
    <dgm:cxn modelId="{077999B4-8660-4A4E-9CDB-2A621833B467}" srcId="{3719230B-DE35-4B17-AD16-FA65BAB9DC4D}" destId="{2C297601-4393-4851-8FE2-A5C917267B1D}" srcOrd="3" destOrd="0" parTransId="{26A9DCCC-E24A-4860-83C0-B4250DF3DC55}" sibTransId="{2E129D79-8CA3-400A-B8CA-F99AF518DC0E}"/>
    <dgm:cxn modelId="{774183B5-76D0-4068-91E9-5D9EDAD4E137}" srcId="{3719230B-DE35-4B17-AD16-FA65BAB9DC4D}" destId="{9EB05DA4-5775-4172-8602-D7CEF97E44F8}" srcOrd="0" destOrd="0" parTransId="{9DEB3321-BDDA-4188-93DD-4E80BDF697EA}" sibTransId="{F0832523-3E58-4424-B37A-452A2291F514}"/>
    <dgm:cxn modelId="{19BB42CF-4A7C-4685-ADAF-E05EA2C65724}" srcId="{3719230B-DE35-4B17-AD16-FA65BAB9DC4D}" destId="{ABD7C129-A7A5-4FCA-9859-2F042837A266}" srcOrd="2" destOrd="0" parTransId="{F824A05C-E4C8-4F0D-A674-86C2FE73564E}" sibTransId="{3F2AD7F3-11A8-438B-A976-A71F8DD4A4C8}"/>
    <dgm:cxn modelId="{934484E9-5A01-AD44-8880-5B29396F9693}" type="presOf" srcId="{3719230B-DE35-4B17-AD16-FA65BAB9DC4D}" destId="{0E24B314-C046-F445-88AC-94EC0CCC5E96}" srcOrd="0" destOrd="0" presId="urn:microsoft.com/office/officeart/2005/8/layout/vList2"/>
    <dgm:cxn modelId="{0BC126EB-1FED-1549-83DD-38AFCEDD64F5}" type="presOf" srcId="{ABD7C129-A7A5-4FCA-9859-2F042837A266}" destId="{99B695E1-E5F6-B741-B7DC-9FEBFE605ECA}" srcOrd="0" destOrd="0" presId="urn:microsoft.com/office/officeart/2005/8/layout/vList2"/>
    <dgm:cxn modelId="{6355B86C-EAFE-6648-A5AC-2573F944BA0F}" type="presParOf" srcId="{0E24B314-C046-F445-88AC-94EC0CCC5E96}" destId="{FAEC1E89-A8FB-134A-B6D2-C8F30D1FF24D}" srcOrd="0" destOrd="0" presId="urn:microsoft.com/office/officeart/2005/8/layout/vList2"/>
    <dgm:cxn modelId="{217CDACD-EB04-0E4A-A644-F459FED1D9B2}" type="presParOf" srcId="{0E24B314-C046-F445-88AC-94EC0CCC5E96}" destId="{73E2D7F7-43B3-C343-A5B6-BFD55827942D}" srcOrd="1" destOrd="0" presId="urn:microsoft.com/office/officeart/2005/8/layout/vList2"/>
    <dgm:cxn modelId="{0FB5B4E8-DD72-9846-A1AD-A3585A4FABAA}" type="presParOf" srcId="{0E24B314-C046-F445-88AC-94EC0CCC5E96}" destId="{AE433026-9213-BB48-B697-017E562D3DCC}" srcOrd="2" destOrd="0" presId="urn:microsoft.com/office/officeart/2005/8/layout/vList2"/>
    <dgm:cxn modelId="{76001043-6A3E-8347-BA74-63C45FB663FA}" type="presParOf" srcId="{0E24B314-C046-F445-88AC-94EC0CCC5E96}" destId="{F9DCED2D-0B9F-C945-AFAD-2D266B4C7E1A}" srcOrd="3" destOrd="0" presId="urn:microsoft.com/office/officeart/2005/8/layout/vList2"/>
    <dgm:cxn modelId="{176A07AC-063B-2043-A084-B16FFF076B11}" type="presParOf" srcId="{0E24B314-C046-F445-88AC-94EC0CCC5E96}" destId="{99B695E1-E5F6-B741-B7DC-9FEBFE605ECA}" srcOrd="4" destOrd="0" presId="urn:microsoft.com/office/officeart/2005/8/layout/vList2"/>
    <dgm:cxn modelId="{15AB11AB-10B6-924E-8AE0-BE43334A868B}" type="presParOf" srcId="{0E24B314-C046-F445-88AC-94EC0CCC5E96}" destId="{5B9F6F93-A555-2441-B6F4-AC65002444B7}" srcOrd="5" destOrd="0" presId="urn:microsoft.com/office/officeart/2005/8/layout/vList2"/>
    <dgm:cxn modelId="{F59006D2-2FAC-5946-A1A6-FD592D7707AD}" type="presParOf" srcId="{0E24B314-C046-F445-88AC-94EC0CCC5E96}" destId="{48A06355-1E94-894F-AAE1-30B9EF60FA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E764B2-267B-41CB-9662-778C124310E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9E0491-AC3A-4BD2-A388-4A520E5EBE0D}">
      <dgm:prSet/>
      <dgm:spPr/>
      <dgm:t>
        <a:bodyPr/>
        <a:lstStyle/>
        <a:p>
          <a:r>
            <a:rPr lang="en-US"/>
            <a:t>Bin the spectra into 128 or 256 bins</a:t>
          </a:r>
        </a:p>
      </dgm:t>
    </dgm:pt>
    <dgm:pt modelId="{11B6C93F-E4BE-411C-9DA3-A182CD144BF2}" type="parTrans" cxnId="{322E511C-A2DC-47A9-914F-DC8964DC76F2}">
      <dgm:prSet/>
      <dgm:spPr/>
      <dgm:t>
        <a:bodyPr/>
        <a:lstStyle/>
        <a:p>
          <a:endParaRPr lang="en-US"/>
        </a:p>
      </dgm:t>
    </dgm:pt>
    <dgm:pt modelId="{8981DAA9-D587-41B9-85EE-C88C918F6393}" type="sibTrans" cxnId="{322E511C-A2DC-47A9-914F-DC8964DC76F2}">
      <dgm:prSet/>
      <dgm:spPr/>
      <dgm:t>
        <a:bodyPr/>
        <a:lstStyle/>
        <a:p>
          <a:endParaRPr lang="en-US"/>
        </a:p>
      </dgm:t>
    </dgm:pt>
    <dgm:pt modelId="{861A8737-05F8-42FF-8031-47D9BAF204D9}">
      <dgm:prSet/>
      <dgm:spPr/>
      <dgm:t>
        <a:bodyPr/>
        <a:lstStyle/>
        <a:p>
          <a:r>
            <a:rPr lang="en-US"/>
            <a:t>Use the 3 ML models directly</a:t>
          </a:r>
        </a:p>
      </dgm:t>
    </dgm:pt>
    <dgm:pt modelId="{06C23E60-F8E3-4A43-A4CC-C37645EAC525}" type="parTrans" cxnId="{4943645E-31CC-4400-94B2-5E40D51250EF}">
      <dgm:prSet/>
      <dgm:spPr/>
      <dgm:t>
        <a:bodyPr/>
        <a:lstStyle/>
        <a:p>
          <a:endParaRPr lang="en-US"/>
        </a:p>
      </dgm:t>
    </dgm:pt>
    <dgm:pt modelId="{6804391F-F05C-4E1C-B77C-C92E6E60EF56}" type="sibTrans" cxnId="{4943645E-31CC-4400-94B2-5E40D51250EF}">
      <dgm:prSet/>
      <dgm:spPr/>
      <dgm:t>
        <a:bodyPr/>
        <a:lstStyle/>
        <a:p>
          <a:endParaRPr lang="en-US"/>
        </a:p>
      </dgm:t>
    </dgm:pt>
    <dgm:pt modelId="{0410040C-5EE3-4061-A6C3-CD37EC3F7D6B}">
      <dgm:prSet/>
      <dgm:spPr/>
      <dgm:t>
        <a:bodyPr/>
        <a:lstStyle/>
        <a:p>
          <a:r>
            <a:rPr lang="en-US"/>
            <a:t>AUC values for each bin to be fed</a:t>
          </a:r>
        </a:p>
      </dgm:t>
    </dgm:pt>
    <dgm:pt modelId="{CB944BCB-D616-4001-958A-793412A9743A}" type="parTrans" cxnId="{15A99B77-60B0-4ED3-9CE4-BE24B4B86069}">
      <dgm:prSet/>
      <dgm:spPr/>
      <dgm:t>
        <a:bodyPr/>
        <a:lstStyle/>
        <a:p>
          <a:endParaRPr lang="en-US"/>
        </a:p>
      </dgm:t>
    </dgm:pt>
    <dgm:pt modelId="{E032411A-09CF-47F8-A09B-055484D42984}" type="sibTrans" cxnId="{15A99B77-60B0-4ED3-9CE4-BE24B4B86069}">
      <dgm:prSet/>
      <dgm:spPr/>
      <dgm:t>
        <a:bodyPr/>
        <a:lstStyle/>
        <a:p>
          <a:endParaRPr lang="en-US"/>
        </a:p>
      </dgm:t>
    </dgm:pt>
    <dgm:pt modelId="{7AF96266-076E-4689-927F-FA001FC693C2}">
      <dgm:prSet/>
      <dgm:spPr/>
      <dgm:t>
        <a:bodyPr/>
        <a:lstStyle/>
        <a:p>
          <a:r>
            <a:rPr lang="en-US"/>
            <a:t>Try to classify – using Cross Validation</a:t>
          </a:r>
        </a:p>
      </dgm:t>
    </dgm:pt>
    <dgm:pt modelId="{DF781D93-98B6-451D-A6DF-8CD780FC9DCD}" type="parTrans" cxnId="{B6F83BA6-6C64-4844-AEC9-7B6242453C5C}">
      <dgm:prSet/>
      <dgm:spPr/>
      <dgm:t>
        <a:bodyPr/>
        <a:lstStyle/>
        <a:p>
          <a:endParaRPr lang="en-US"/>
        </a:p>
      </dgm:t>
    </dgm:pt>
    <dgm:pt modelId="{0EA507CC-F709-41C2-B393-4C21B6A8E6AA}" type="sibTrans" cxnId="{B6F83BA6-6C64-4844-AEC9-7B6242453C5C}">
      <dgm:prSet/>
      <dgm:spPr/>
      <dgm:t>
        <a:bodyPr/>
        <a:lstStyle/>
        <a:p>
          <a:endParaRPr lang="en-US"/>
        </a:p>
      </dgm:t>
    </dgm:pt>
    <dgm:pt modelId="{B230976B-0169-174E-A266-CA425D3B5E85}" type="pres">
      <dgm:prSet presAssocID="{45E764B2-267B-41CB-9662-778C124310EB}" presName="outerComposite" presStyleCnt="0">
        <dgm:presLayoutVars>
          <dgm:chMax val="5"/>
          <dgm:dir/>
          <dgm:resizeHandles val="exact"/>
        </dgm:presLayoutVars>
      </dgm:prSet>
      <dgm:spPr/>
    </dgm:pt>
    <dgm:pt modelId="{3FFE87EB-C47C-8742-BDF2-AC012F982FF8}" type="pres">
      <dgm:prSet presAssocID="{45E764B2-267B-41CB-9662-778C124310EB}" presName="dummyMaxCanvas" presStyleCnt="0">
        <dgm:presLayoutVars/>
      </dgm:prSet>
      <dgm:spPr/>
    </dgm:pt>
    <dgm:pt modelId="{794CF876-70E0-614D-958E-F2CB8415DCB0}" type="pres">
      <dgm:prSet presAssocID="{45E764B2-267B-41CB-9662-778C124310EB}" presName="FourNodes_1" presStyleLbl="node1" presStyleIdx="0" presStyleCnt="4">
        <dgm:presLayoutVars>
          <dgm:bulletEnabled val="1"/>
        </dgm:presLayoutVars>
      </dgm:prSet>
      <dgm:spPr/>
    </dgm:pt>
    <dgm:pt modelId="{E27767E5-F0FA-F94D-BADF-2C9758B10D63}" type="pres">
      <dgm:prSet presAssocID="{45E764B2-267B-41CB-9662-778C124310EB}" presName="FourNodes_2" presStyleLbl="node1" presStyleIdx="1" presStyleCnt="4">
        <dgm:presLayoutVars>
          <dgm:bulletEnabled val="1"/>
        </dgm:presLayoutVars>
      </dgm:prSet>
      <dgm:spPr/>
    </dgm:pt>
    <dgm:pt modelId="{60EA786D-760E-244F-B6DC-FCB6D40424BD}" type="pres">
      <dgm:prSet presAssocID="{45E764B2-267B-41CB-9662-778C124310EB}" presName="FourNodes_3" presStyleLbl="node1" presStyleIdx="2" presStyleCnt="4">
        <dgm:presLayoutVars>
          <dgm:bulletEnabled val="1"/>
        </dgm:presLayoutVars>
      </dgm:prSet>
      <dgm:spPr/>
    </dgm:pt>
    <dgm:pt modelId="{1351D99D-EF89-0942-84E1-C9220D88DF14}" type="pres">
      <dgm:prSet presAssocID="{45E764B2-267B-41CB-9662-778C124310EB}" presName="FourNodes_4" presStyleLbl="node1" presStyleIdx="3" presStyleCnt="4">
        <dgm:presLayoutVars>
          <dgm:bulletEnabled val="1"/>
        </dgm:presLayoutVars>
      </dgm:prSet>
      <dgm:spPr/>
    </dgm:pt>
    <dgm:pt modelId="{6B68E5E1-714D-FA42-A86C-85277AE042DD}" type="pres">
      <dgm:prSet presAssocID="{45E764B2-267B-41CB-9662-778C124310EB}" presName="FourConn_1-2" presStyleLbl="fgAccFollowNode1" presStyleIdx="0" presStyleCnt="3">
        <dgm:presLayoutVars>
          <dgm:bulletEnabled val="1"/>
        </dgm:presLayoutVars>
      </dgm:prSet>
      <dgm:spPr/>
    </dgm:pt>
    <dgm:pt modelId="{806C59FF-D858-8045-8A0D-AF562C5DB333}" type="pres">
      <dgm:prSet presAssocID="{45E764B2-267B-41CB-9662-778C124310EB}" presName="FourConn_2-3" presStyleLbl="fgAccFollowNode1" presStyleIdx="1" presStyleCnt="3">
        <dgm:presLayoutVars>
          <dgm:bulletEnabled val="1"/>
        </dgm:presLayoutVars>
      </dgm:prSet>
      <dgm:spPr/>
    </dgm:pt>
    <dgm:pt modelId="{E5B17EED-7E67-584F-A67E-ECA1717430C6}" type="pres">
      <dgm:prSet presAssocID="{45E764B2-267B-41CB-9662-778C124310EB}" presName="FourConn_3-4" presStyleLbl="fgAccFollowNode1" presStyleIdx="2" presStyleCnt="3">
        <dgm:presLayoutVars>
          <dgm:bulletEnabled val="1"/>
        </dgm:presLayoutVars>
      </dgm:prSet>
      <dgm:spPr/>
    </dgm:pt>
    <dgm:pt modelId="{BCC8AEBB-D7CE-3446-8186-54AAB246999A}" type="pres">
      <dgm:prSet presAssocID="{45E764B2-267B-41CB-9662-778C124310EB}" presName="FourNodes_1_text" presStyleLbl="node1" presStyleIdx="3" presStyleCnt="4">
        <dgm:presLayoutVars>
          <dgm:bulletEnabled val="1"/>
        </dgm:presLayoutVars>
      </dgm:prSet>
      <dgm:spPr/>
    </dgm:pt>
    <dgm:pt modelId="{BFC653DF-291F-0544-A7CD-915556E46A5F}" type="pres">
      <dgm:prSet presAssocID="{45E764B2-267B-41CB-9662-778C124310EB}" presName="FourNodes_2_text" presStyleLbl="node1" presStyleIdx="3" presStyleCnt="4">
        <dgm:presLayoutVars>
          <dgm:bulletEnabled val="1"/>
        </dgm:presLayoutVars>
      </dgm:prSet>
      <dgm:spPr/>
    </dgm:pt>
    <dgm:pt modelId="{08704EA5-9383-4841-98B1-271647CB41C9}" type="pres">
      <dgm:prSet presAssocID="{45E764B2-267B-41CB-9662-778C124310EB}" presName="FourNodes_3_text" presStyleLbl="node1" presStyleIdx="3" presStyleCnt="4">
        <dgm:presLayoutVars>
          <dgm:bulletEnabled val="1"/>
        </dgm:presLayoutVars>
      </dgm:prSet>
      <dgm:spPr/>
    </dgm:pt>
    <dgm:pt modelId="{7E1E9019-944B-A24F-A162-6C869B52620C}" type="pres">
      <dgm:prSet presAssocID="{45E764B2-267B-41CB-9662-778C124310E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60DF014-CF9C-A44B-92AF-1D8FB1C586F9}" type="presOf" srcId="{861A8737-05F8-42FF-8031-47D9BAF204D9}" destId="{E27767E5-F0FA-F94D-BADF-2C9758B10D63}" srcOrd="0" destOrd="0" presId="urn:microsoft.com/office/officeart/2005/8/layout/vProcess5"/>
    <dgm:cxn modelId="{A70C4E1B-7745-5E4F-AFCB-C3055AB21242}" type="presOf" srcId="{8981DAA9-D587-41B9-85EE-C88C918F6393}" destId="{6B68E5E1-714D-FA42-A86C-85277AE042DD}" srcOrd="0" destOrd="0" presId="urn:microsoft.com/office/officeart/2005/8/layout/vProcess5"/>
    <dgm:cxn modelId="{322E511C-A2DC-47A9-914F-DC8964DC76F2}" srcId="{45E764B2-267B-41CB-9662-778C124310EB}" destId="{A79E0491-AC3A-4BD2-A388-4A520E5EBE0D}" srcOrd="0" destOrd="0" parTransId="{11B6C93F-E4BE-411C-9DA3-A182CD144BF2}" sibTransId="{8981DAA9-D587-41B9-85EE-C88C918F6393}"/>
    <dgm:cxn modelId="{3CD5D036-E6B4-DE4C-9074-0C4722F32D55}" type="presOf" srcId="{A79E0491-AC3A-4BD2-A388-4A520E5EBE0D}" destId="{BCC8AEBB-D7CE-3446-8186-54AAB246999A}" srcOrd="1" destOrd="0" presId="urn:microsoft.com/office/officeart/2005/8/layout/vProcess5"/>
    <dgm:cxn modelId="{15C3DB37-A772-6740-B126-37A568963108}" type="presOf" srcId="{7AF96266-076E-4689-927F-FA001FC693C2}" destId="{1351D99D-EF89-0942-84E1-C9220D88DF14}" srcOrd="0" destOrd="0" presId="urn:microsoft.com/office/officeart/2005/8/layout/vProcess5"/>
    <dgm:cxn modelId="{993F7F42-A6AF-4A43-A9E9-E475220E44FA}" type="presOf" srcId="{861A8737-05F8-42FF-8031-47D9BAF204D9}" destId="{BFC653DF-291F-0544-A7CD-915556E46A5F}" srcOrd="1" destOrd="0" presId="urn:microsoft.com/office/officeart/2005/8/layout/vProcess5"/>
    <dgm:cxn modelId="{2E537E44-39E3-484C-949F-B7AE67A8A5BF}" type="presOf" srcId="{0410040C-5EE3-4061-A6C3-CD37EC3F7D6B}" destId="{08704EA5-9383-4841-98B1-271647CB41C9}" srcOrd="1" destOrd="0" presId="urn:microsoft.com/office/officeart/2005/8/layout/vProcess5"/>
    <dgm:cxn modelId="{4943645E-31CC-4400-94B2-5E40D51250EF}" srcId="{45E764B2-267B-41CB-9662-778C124310EB}" destId="{861A8737-05F8-42FF-8031-47D9BAF204D9}" srcOrd="1" destOrd="0" parTransId="{06C23E60-F8E3-4A43-A4CC-C37645EAC525}" sibTransId="{6804391F-F05C-4E1C-B77C-C92E6E60EF56}"/>
    <dgm:cxn modelId="{13FA8462-5E42-BD44-95F1-3407F4A7C7BE}" type="presOf" srcId="{6804391F-F05C-4E1C-B77C-C92E6E60EF56}" destId="{806C59FF-D858-8045-8A0D-AF562C5DB333}" srcOrd="0" destOrd="0" presId="urn:microsoft.com/office/officeart/2005/8/layout/vProcess5"/>
    <dgm:cxn modelId="{814A9064-BCAE-CE4F-B1DA-9BDAF886FD4B}" type="presOf" srcId="{0410040C-5EE3-4061-A6C3-CD37EC3F7D6B}" destId="{60EA786D-760E-244F-B6DC-FCB6D40424BD}" srcOrd="0" destOrd="0" presId="urn:microsoft.com/office/officeart/2005/8/layout/vProcess5"/>
    <dgm:cxn modelId="{76E1876F-276C-E34A-BFB2-4790351A57BB}" type="presOf" srcId="{7AF96266-076E-4689-927F-FA001FC693C2}" destId="{7E1E9019-944B-A24F-A162-6C869B52620C}" srcOrd="1" destOrd="0" presId="urn:microsoft.com/office/officeart/2005/8/layout/vProcess5"/>
    <dgm:cxn modelId="{15A99B77-60B0-4ED3-9CE4-BE24B4B86069}" srcId="{45E764B2-267B-41CB-9662-778C124310EB}" destId="{0410040C-5EE3-4061-A6C3-CD37EC3F7D6B}" srcOrd="2" destOrd="0" parTransId="{CB944BCB-D616-4001-958A-793412A9743A}" sibTransId="{E032411A-09CF-47F8-A09B-055484D42984}"/>
    <dgm:cxn modelId="{18E5D87B-DDA0-FC4F-8627-EE916232E979}" type="presOf" srcId="{45E764B2-267B-41CB-9662-778C124310EB}" destId="{B230976B-0169-174E-A266-CA425D3B5E85}" srcOrd="0" destOrd="0" presId="urn:microsoft.com/office/officeart/2005/8/layout/vProcess5"/>
    <dgm:cxn modelId="{B6F83BA6-6C64-4844-AEC9-7B6242453C5C}" srcId="{45E764B2-267B-41CB-9662-778C124310EB}" destId="{7AF96266-076E-4689-927F-FA001FC693C2}" srcOrd="3" destOrd="0" parTransId="{DF781D93-98B6-451D-A6DF-8CD780FC9DCD}" sibTransId="{0EA507CC-F709-41C2-B393-4C21B6A8E6AA}"/>
    <dgm:cxn modelId="{E14C3DA6-6964-9B46-889D-D470B9EEBDF7}" type="presOf" srcId="{E032411A-09CF-47F8-A09B-055484D42984}" destId="{E5B17EED-7E67-584F-A67E-ECA1717430C6}" srcOrd="0" destOrd="0" presId="urn:microsoft.com/office/officeart/2005/8/layout/vProcess5"/>
    <dgm:cxn modelId="{42698CD2-6315-4A4A-B7B9-38A9CFFD9BBD}" type="presOf" srcId="{A79E0491-AC3A-4BD2-A388-4A520E5EBE0D}" destId="{794CF876-70E0-614D-958E-F2CB8415DCB0}" srcOrd="0" destOrd="0" presId="urn:microsoft.com/office/officeart/2005/8/layout/vProcess5"/>
    <dgm:cxn modelId="{D005096E-EF88-1342-8D73-8860B6586471}" type="presParOf" srcId="{B230976B-0169-174E-A266-CA425D3B5E85}" destId="{3FFE87EB-C47C-8742-BDF2-AC012F982FF8}" srcOrd="0" destOrd="0" presId="urn:microsoft.com/office/officeart/2005/8/layout/vProcess5"/>
    <dgm:cxn modelId="{6073B6D5-1972-D745-A4BD-13923ACF0212}" type="presParOf" srcId="{B230976B-0169-174E-A266-CA425D3B5E85}" destId="{794CF876-70E0-614D-958E-F2CB8415DCB0}" srcOrd="1" destOrd="0" presId="urn:microsoft.com/office/officeart/2005/8/layout/vProcess5"/>
    <dgm:cxn modelId="{BFB368FE-F641-3F44-8721-15AB3B527B1B}" type="presParOf" srcId="{B230976B-0169-174E-A266-CA425D3B5E85}" destId="{E27767E5-F0FA-F94D-BADF-2C9758B10D63}" srcOrd="2" destOrd="0" presId="urn:microsoft.com/office/officeart/2005/8/layout/vProcess5"/>
    <dgm:cxn modelId="{0C4CEC12-A449-F748-8DEC-FC750287A3EE}" type="presParOf" srcId="{B230976B-0169-174E-A266-CA425D3B5E85}" destId="{60EA786D-760E-244F-B6DC-FCB6D40424BD}" srcOrd="3" destOrd="0" presId="urn:microsoft.com/office/officeart/2005/8/layout/vProcess5"/>
    <dgm:cxn modelId="{9FCD37D5-008F-6B43-96D3-C424AA9C46CD}" type="presParOf" srcId="{B230976B-0169-174E-A266-CA425D3B5E85}" destId="{1351D99D-EF89-0942-84E1-C9220D88DF14}" srcOrd="4" destOrd="0" presId="urn:microsoft.com/office/officeart/2005/8/layout/vProcess5"/>
    <dgm:cxn modelId="{7773AEEB-F768-EE46-90DE-D92FAC15368C}" type="presParOf" srcId="{B230976B-0169-174E-A266-CA425D3B5E85}" destId="{6B68E5E1-714D-FA42-A86C-85277AE042DD}" srcOrd="5" destOrd="0" presId="urn:microsoft.com/office/officeart/2005/8/layout/vProcess5"/>
    <dgm:cxn modelId="{1DC46DE3-A0CE-C842-A5B4-A6902C8F44FD}" type="presParOf" srcId="{B230976B-0169-174E-A266-CA425D3B5E85}" destId="{806C59FF-D858-8045-8A0D-AF562C5DB333}" srcOrd="6" destOrd="0" presId="urn:microsoft.com/office/officeart/2005/8/layout/vProcess5"/>
    <dgm:cxn modelId="{F8BF808B-16EB-E742-87A1-6773DDF36938}" type="presParOf" srcId="{B230976B-0169-174E-A266-CA425D3B5E85}" destId="{E5B17EED-7E67-584F-A67E-ECA1717430C6}" srcOrd="7" destOrd="0" presId="urn:microsoft.com/office/officeart/2005/8/layout/vProcess5"/>
    <dgm:cxn modelId="{DDBA2517-EC34-0044-A505-8E8520C94C11}" type="presParOf" srcId="{B230976B-0169-174E-A266-CA425D3B5E85}" destId="{BCC8AEBB-D7CE-3446-8186-54AAB246999A}" srcOrd="8" destOrd="0" presId="urn:microsoft.com/office/officeart/2005/8/layout/vProcess5"/>
    <dgm:cxn modelId="{452F8A5D-3C80-A346-B02C-0258AC7B29BF}" type="presParOf" srcId="{B230976B-0169-174E-A266-CA425D3B5E85}" destId="{BFC653DF-291F-0544-A7CD-915556E46A5F}" srcOrd="9" destOrd="0" presId="urn:microsoft.com/office/officeart/2005/8/layout/vProcess5"/>
    <dgm:cxn modelId="{30BFFE68-4F26-E849-B919-D85BA4AF57AC}" type="presParOf" srcId="{B230976B-0169-174E-A266-CA425D3B5E85}" destId="{08704EA5-9383-4841-98B1-271647CB41C9}" srcOrd="10" destOrd="0" presId="urn:microsoft.com/office/officeart/2005/8/layout/vProcess5"/>
    <dgm:cxn modelId="{B699097B-4DA1-C541-A4BE-F77939315D40}" type="presParOf" srcId="{B230976B-0169-174E-A266-CA425D3B5E85}" destId="{7E1E9019-944B-A24F-A162-6C869B52620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B6CA1-984D-BD48-BD66-1018947E9F4D}">
      <dsp:nvSpPr>
        <dsp:cNvPr id="0" name=""/>
        <dsp:cNvSpPr/>
      </dsp:nvSpPr>
      <dsp:spPr>
        <a:xfrm>
          <a:off x="1313166" y="2121"/>
          <a:ext cx="2254076" cy="11270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a Foundational model for NMR Metabolomics data</a:t>
          </a:r>
        </a:p>
      </dsp:txBody>
      <dsp:txXfrm>
        <a:off x="1346176" y="35131"/>
        <a:ext cx="2188056" cy="1061018"/>
      </dsp:txXfrm>
    </dsp:sp>
    <dsp:sp modelId="{78863553-A527-B541-A9D5-FAA2D4E018C1}">
      <dsp:nvSpPr>
        <dsp:cNvPr id="0" name=""/>
        <dsp:cNvSpPr/>
      </dsp:nvSpPr>
      <dsp:spPr>
        <a:xfrm>
          <a:off x="4130761" y="2121"/>
          <a:ext cx="2254076" cy="1127038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Why?</a:t>
          </a:r>
        </a:p>
      </dsp:txBody>
      <dsp:txXfrm>
        <a:off x="4163771" y="35131"/>
        <a:ext cx="2188056" cy="1061018"/>
      </dsp:txXfrm>
    </dsp:sp>
    <dsp:sp modelId="{E2CD355B-C43B-AE48-AB8E-ED1BE683E726}">
      <dsp:nvSpPr>
        <dsp:cNvPr id="0" name=""/>
        <dsp:cNvSpPr/>
      </dsp:nvSpPr>
      <dsp:spPr>
        <a:xfrm>
          <a:off x="4356169" y="1129159"/>
          <a:ext cx="225407" cy="845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5278"/>
              </a:lnTo>
              <a:lnTo>
                <a:pt x="225407" y="84527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1DFFAD-AAD4-0443-8FD4-09A30D807A27}">
      <dsp:nvSpPr>
        <dsp:cNvPr id="0" name=""/>
        <dsp:cNvSpPr/>
      </dsp:nvSpPr>
      <dsp:spPr>
        <a:xfrm>
          <a:off x="4581577" y="1410918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classify normal vs abnormal or similar data</a:t>
          </a:r>
        </a:p>
      </dsp:txBody>
      <dsp:txXfrm>
        <a:off x="4614587" y="1443928"/>
        <a:ext cx="1737241" cy="1061018"/>
      </dsp:txXfrm>
    </dsp:sp>
    <dsp:sp modelId="{82545EA1-F385-E345-BE67-6ABA22B7972E}">
      <dsp:nvSpPr>
        <dsp:cNvPr id="0" name=""/>
        <dsp:cNvSpPr/>
      </dsp:nvSpPr>
      <dsp:spPr>
        <a:xfrm>
          <a:off x="4356169" y="1129159"/>
          <a:ext cx="225407" cy="2254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4076"/>
              </a:lnTo>
              <a:lnTo>
                <a:pt x="225407" y="225407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5022A-B4B3-9F4A-AA92-FC5A20FD6AED}">
      <dsp:nvSpPr>
        <dsp:cNvPr id="0" name=""/>
        <dsp:cNvSpPr/>
      </dsp:nvSpPr>
      <dsp:spPr>
        <a:xfrm>
          <a:off x="4581577" y="2819716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Maybe help in finding Biomarkers</a:t>
          </a:r>
        </a:p>
      </dsp:txBody>
      <dsp:txXfrm>
        <a:off x="4614587" y="2852726"/>
        <a:ext cx="1737241" cy="1061018"/>
      </dsp:txXfrm>
    </dsp:sp>
    <dsp:sp modelId="{1F2FEAA6-1AC4-B14C-8399-BF443988C265}">
      <dsp:nvSpPr>
        <dsp:cNvPr id="0" name=""/>
        <dsp:cNvSpPr/>
      </dsp:nvSpPr>
      <dsp:spPr>
        <a:xfrm>
          <a:off x="6948357" y="2121"/>
          <a:ext cx="2254076" cy="1127038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What are solving?</a:t>
          </a:r>
        </a:p>
      </dsp:txBody>
      <dsp:txXfrm>
        <a:off x="6981367" y="35131"/>
        <a:ext cx="2188056" cy="1061018"/>
      </dsp:txXfrm>
    </dsp:sp>
    <dsp:sp modelId="{4DFE3D26-6F4F-AA40-827E-DED38F516162}">
      <dsp:nvSpPr>
        <dsp:cNvPr id="0" name=""/>
        <dsp:cNvSpPr/>
      </dsp:nvSpPr>
      <dsp:spPr>
        <a:xfrm>
          <a:off x="7173764" y="1129159"/>
          <a:ext cx="225407" cy="845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5278"/>
              </a:lnTo>
              <a:lnTo>
                <a:pt x="225407" y="84527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948C59-26B3-AA45-80E9-A40DB72957DD}">
      <dsp:nvSpPr>
        <dsp:cNvPr id="0" name=""/>
        <dsp:cNvSpPr/>
      </dsp:nvSpPr>
      <dsp:spPr>
        <a:xfrm>
          <a:off x="7399172" y="1410918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Deep Neural nets (DNNs) require lots of data to train.</a:t>
          </a:r>
        </a:p>
      </dsp:txBody>
      <dsp:txXfrm>
        <a:off x="7432182" y="1443928"/>
        <a:ext cx="1737241" cy="1061018"/>
      </dsp:txXfrm>
    </dsp:sp>
    <dsp:sp modelId="{BC61D12D-2DDF-5D46-8A35-C20C0B72DB39}">
      <dsp:nvSpPr>
        <dsp:cNvPr id="0" name=""/>
        <dsp:cNvSpPr/>
      </dsp:nvSpPr>
      <dsp:spPr>
        <a:xfrm>
          <a:off x="7173764" y="1129159"/>
          <a:ext cx="225407" cy="2254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4076"/>
              </a:lnTo>
              <a:lnTo>
                <a:pt x="225407" y="225407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54CE57-6DAD-9F4F-B37C-F52FAE079A18}">
      <dsp:nvSpPr>
        <dsp:cNvPr id="0" name=""/>
        <dsp:cNvSpPr/>
      </dsp:nvSpPr>
      <dsp:spPr>
        <a:xfrm>
          <a:off x="7399172" y="2819716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Metabolomic datasets are usually very small 10s or 100s of samples</a:t>
          </a:r>
        </a:p>
      </dsp:txBody>
      <dsp:txXfrm>
        <a:off x="7432182" y="2852726"/>
        <a:ext cx="1737241" cy="1061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19698-5EE0-7947-8E73-00E5E8CA093E}">
      <dsp:nvSpPr>
        <dsp:cNvPr id="0" name=""/>
        <dsp:cNvSpPr/>
      </dsp:nvSpPr>
      <dsp:spPr>
        <a:xfrm>
          <a:off x="0" y="71356"/>
          <a:ext cx="10515600" cy="99815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Metabolights</a:t>
          </a:r>
        </a:p>
      </dsp:txBody>
      <dsp:txXfrm>
        <a:off x="48726" y="120082"/>
        <a:ext cx="10418148" cy="900704"/>
      </dsp:txXfrm>
    </dsp:sp>
    <dsp:sp modelId="{44A9F958-ED32-2D4A-8395-440FF27228F0}">
      <dsp:nvSpPr>
        <dsp:cNvPr id="0" name=""/>
        <dsp:cNvSpPr/>
      </dsp:nvSpPr>
      <dsp:spPr>
        <a:xfrm>
          <a:off x="0" y="1141512"/>
          <a:ext cx="10515600" cy="998156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Contains CPMG and NOESY spectra of many experiments from across the world</a:t>
          </a:r>
        </a:p>
      </dsp:txBody>
      <dsp:txXfrm>
        <a:off x="48726" y="1190238"/>
        <a:ext cx="10418148" cy="900704"/>
      </dsp:txXfrm>
    </dsp:sp>
    <dsp:sp modelId="{088063CC-7A06-5442-A4B5-5CCCFEBF4F29}">
      <dsp:nvSpPr>
        <dsp:cNvPr id="0" name=""/>
        <dsp:cNvSpPr/>
      </dsp:nvSpPr>
      <dsp:spPr>
        <a:xfrm>
          <a:off x="0" y="2211669"/>
          <a:ext cx="10515600" cy="998156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Separated them into – Serum and Plasma</a:t>
          </a:r>
        </a:p>
      </dsp:txBody>
      <dsp:txXfrm>
        <a:off x="48726" y="2260395"/>
        <a:ext cx="10418148" cy="900704"/>
      </dsp:txXfrm>
    </dsp:sp>
    <dsp:sp modelId="{93E785FF-41C1-3242-87D2-E7B9922BFBB6}">
      <dsp:nvSpPr>
        <dsp:cNvPr id="0" name=""/>
        <dsp:cNvSpPr/>
      </dsp:nvSpPr>
      <dsp:spPr>
        <a:xfrm>
          <a:off x="0" y="3281825"/>
          <a:ext cx="10515600" cy="998156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Total 2146 usable CPMG Serum spectra</a:t>
          </a:r>
        </a:p>
      </dsp:txBody>
      <dsp:txXfrm>
        <a:off x="48726" y="3330551"/>
        <a:ext cx="10418148" cy="900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1F5531-6751-8942-92BE-C23567051345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751961"/>
        <a:ext cx="28878" cy="5775"/>
      </dsp:txXfrm>
    </dsp:sp>
    <dsp:sp modelId="{E31D0B36-138F-854F-8781-3542492EB8ED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Process all the spectra on TopSpin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Serial processing - lb 1; si 2*td; em; ft; apk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This usually makes all the spectra 128k points long</a:t>
          </a:r>
        </a:p>
      </dsp:txBody>
      <dsp:txXfrm>
        <a:off x="105624" y="1502"/>
        <a:ext cx="2511156" cy="1506693"/>
      </dsp:txXfrm>
    </dsp:sp>
    <dsp:sp modelId="{844CC16E-CC9B-F340-AF0F-11292574DD91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1776991"/>
        <a:ext cx="157112" cy="5775"/>
      </dsp:txXfrm>
    </dsp:sp>
    <dsp:sp modelId="{F5A98EF4-5493-7F44-ADB0-B353E1A0143F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Read all the bruker ‘fid’ files using nmrGlue</a:t>
          </a:r>
        </a:p>
      </dsp:txBody>
      <dsp:txXfrm>
        <a:off x="3194346" y="1502"/>
        <a:ext cx="2511156" cy="1506693"/>
      </dsp:txXfrm>
    </dsp:sp>
    <dsp:sp modelId="{246ED85A-C985-0E4C-B413-F225679293C3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2836221"/>
        <a:ext cx="28878" cy="5775"/>
      </dsp:txXfrm>
    </dsp:sp>
    <dsp:sp modelId="{193D5CA1-C361-1048-B0C0-85DFAC311521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Find the rightmost peak and align spectra using that as reference</a:t>
          </a:r>
        </a:p>
      </dsp:txBody>
      <dsp:txXfrm>
        <a:off x="105624" y="2085762"/>
        <a:ext cx="2511156" cy="1506693"/>
      </dsp:txXfrm>
    </dsp:sp>
    <dsp:sp modelId="{E2DDB852-AAA1-1C49-BAE2-F97B92A73918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3861251"/>
        <a:ext cx="157112" cy="5775"/>
      </dsp:txXfrm>
    </dsp:sp>
    <dsp:sp modelId="{D88EC3F9-7DFA-4A49-9E34-7D9A3D5C9092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Water suppression: points 62500 – 68000 made equal to zero</a:t>
          </a:r>
        </a:p>
      </dsp:txBody>
      <dsp:txXfrm>
        <a:off x="3194346" y="2085762"/>
        <a:ext cx="2511156" cy="1506693"/>
      </dsp:txXfrm>
    </dsp:sp>
    <dsp:sp modelId="{AB002FE3-87E0-714D-8CD3-A4B0540DC78A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4920481"/>
        <a:ext cx="28878" cy="5775"/>
      </dsp:txXfrm>
    </dsp:sp>
    <dsp:sp modelId="{99A7F622-48E4-544F-AC52-153EAF4AC980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Remove duplicated spectra</a:t>
          </a:r>
        </a:p>
      </dsp:txBody>
      <dsp:txXfrm>
        <a:off x="105624" y="4170022"/>
        <a:ext cx="2511156" cy="1506693"/>
      </dsp:txXfrm>
    </dsp:sp>
    <dsp:sp modelId="{E1D647FB-3A24-4740-BCA8-5290012E64F9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Normalise intensities to between 0-1</a:t>
          </a:r>
        </a:p>
      </dsp:txBody>
      <dsp:txXfrm>
        <a:off x="3194346" y="4170022"/>
        <a:ext cx="2511156" cy="15066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C1E89-A8FB-134A-B6D2-C8F30D1FF24D}">
      <dsp:nvSpPr>
        <dsp:cNvPr id="0" name=""/>
        <dsp:cNvSpPr/>
      </dsp:nvSpPr>
      <dsp:spPr>
        <a:xfrm>
          <a:off x="0" y="490469"/>
          <a:ext cx="5811128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Traumatic Brain Injury (TBI) samples from Tirupati (thanks to Gayatree)</a:t>
          </a:r>
        </a:p>
      </dsp:txBody>
      <dsp:txXfrm>
        <a:off x="54373" y="544842"/>
        <a:ext cx="5702382" cy="1005094"/>
      </dsp:txXfrm>
    </dsp:sp>
    <dsp:sp modelId="{AE433026-9213-BB48-B697-017E562D3DCC}">
      <dsp:nvSpPr>
        <dsp:cNvPr id="0" name=""/>
        <dsp:cNvSpPr/>
      </dsp:nvSpPr>
      <dsp:spPr>
        <a:xfrm>
          <a:off x="0" y="1684949"/>
          <a:ext cx="5811128" cy="11138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CPMG Serum</a:t>
          </a:r>
        </a:p>
      </dsp:txBody>
      <dsp:txXfrm>
        <a:off x="54373" y="1739322"/>
        <a:ext cx="5702382" cy="1005094"/>
      </dsp:txXfrm>
    </dsp:sp>
    <dsp:sp modelId="{99B695E1-E5F6-B741-B7DC-9FEBFE605ECA}">
      <dsp:nvSpPr>
        <dsp:cNvPr id="0" name=""/>
        <dsp:cNvSpPr/>
      </dsp:nvSpPr>
      <dsp:spPr>
        <a:xfrm>
          <a:off x="0" y="2879429"/>
          <a:ext cx="5811128" cy="1113840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~57 samples</a:t>
          </a:r>
        </a:p>
      </dsp:txBody>
      <dsp:txXfrm>
        <a:off x="54373" y="2933802"/>
        <a:ext cx="5702382" cy="1005094"/>
      </dsp:txXfrm>
    </dsp:sp>
    <dsp:sp modelId="{48A06355-1E94-894F-AAE1-30B9EF60FA0C}">
      <dsp:nvSpPr>
        <dsp:cNvPr id="0" name=""/>
        <dsp:cNvSpPr/>
      </dsp:nvSpPr>
      <dsp:spPr>
        <a:xfrm>
          <a:off x="0" y="4073909"/>
          <a:ext cx="5811128" cy="111384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Collected on 1</a:t>
          </a:r>
          <a:r>
            <a:rPr lang="en-US" sz="2800" kern="1200" baseline="30000"/>
            <a:t>st</a:t>
          </a:r>
          <a:r>
            <a:rPr lang="en-US" sz="2800" kern="1200"/>
            <a:t> Day and 4</a:t>
          </a:r>
          <a:r>
            <a:rPr lang="en-US" sz="2800" kern="1200" baseline="30000"/>
            <a:t>th</a:t>
          </a:r>
          <a:r>
            <a:rPr lang="en-US" sz="2800" kern="1200"/>
            <a:t> Day</a:t>
          </a:r>
        </a:p>
      </dsp:txBody>
      <dsp:txXfrm>
        <a:off x="54373" y="4128282"/>
        <a:ext cx="5702382" cy="10050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CF876-70E0-614D-958E-F2CB8415DCB0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Bin the spectra into 128 or 256 bins</a:t>
          </a:r>
        </a:p>
      </dsp:txBody>
      <dsp:txXfrm>
        <a:off x="27017" y="27017"/>
        <a:ext cx="7668958" cy="868383"/>
      </dsp:txXfrm>
    </dsp:sp>
    <dsp:sp modelId="{E27767E5-F0FA-F94D-BADF-2C9758B10D63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Use the 3 ML models directly</a:t>
          </a:r>
        </a:p>
      </dsp:txBody>
      <dsp:txXfrm>
        <a:off x="759181" y="1117146"/>
        <a:ext cx="7356493" cy="868383"/>
      </dsp:txXfrm>
    </dsp:sp>
    <dsp:sp modelId="{60EA786D-760E-244F-B6DC-FCB6D40424BD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AUC values for each bin to be fed</a:t>
          </a:r>
        </a:p>
      </dsp:txBody>
      <dsp:txXfrm>
        <a:off x="1480418" y="2207275"/>
        <a:ext cx="7367421" cy="868383"/>
      </dsp:txXfrm>
    </dsp:sp>
    <dsp:sp modelId="{1351D99D-EF89-0942-84E1-C9220D88DF14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Try to classify – using Cross Validation</a:t>
          </a:r>
        </a:p>
      </dsp:txBody>
      <dsp:txXfrm>
        <a:off x="2212582" y="3297404"/>
        <a:ext cx="7356493" cy="868383"/>
      </dsp:txXfrm>
    </dsp:sp>
    <dsp:sp modelId="{6B68E5E1-714D-FA42-A86C-85277AE042DD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806C59FF-D858-8045-8A0D-AF562C5DB333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E5B17EED-7E67-584F-A67E-ECA1717430C6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A69A6-6DD4-3D4A-A37A-8E5AB146EE5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31BB7-DA0A-FE44-8488-4EC77DFCE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3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Foundational model for 1D NMR metabolomics data. To be able to classify downstream tasks where data is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31BB7-DA0A-FE44-8488-4EC77DFCE1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5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images here for better </a:t>
            </a:r>
            <a:r>
              <a:rPr lang="en-US" dirty="0" err="1"/>
              <a:t>visualisations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31BB7-DA0A-FE44-8488-4EC77DFCE1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2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this </a:t>
            </a:r>
            <a:r>
              <a:rPr lang="en-US" dirty="0" err="1"/>
              <a:t>ony</a:t>
            </a:r>
            <a:r>
              <a:rPr lang="en-US" dirty="0"/>
              <a:t> on CPMG short or only on CPMG long</a:t>
            </a:r>
          </a:p>
          <a:p>
            <a:endParaRPr lang="en-US" dirty="0"/>
          </a:p>
          <a:p>
            <a:r>
              <a:rPr lang="en-US" dirty="0"/>
              <a:t>Have they been filtered? For lipid and big molecules. Cut out 0.7 ppm to 1.4 ppm and try</a:t>
            </a:r>
          </a:p>
          <a:p>
            <a:endParaRPr lang="en-US" dirty="0"/>
          </a:p>
          <a:p>
            <a:r>
              <a:rPr lang="en-US" dirty="0"/>
              <a:t>Which bins are most important? -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31BB7-DA0A-FE44-8488-4EC77DFCE1A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79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EDTA or </a:t>
            </a:r>
            <a:r>
              <a:rPr lang="en-US"/>
              <a:t>heparin tubes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31BB7-DA0A-FE44-8488-4EC77DFCE1A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57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19F5-1B76-7C6C-FD1C-61C4D0692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5068D-B567-311C-1706-AB6015A35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87D48-8AB7-6FC0-4551-D5BDE372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55C9E-5589-8986-EBD5-6B02D2CE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EF4BA-EB05-B032-55F5-5BD1C657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BBE5-E483-B7AC-BC06-6782CB57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4B01A-9A53-5938-5711-401754864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64BC-9B35-D143-DFC8-1E78E416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6868A-3504-E67F-E90C-CAA97C841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B8105-43B3-B5EE-1686-664C01E2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4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FC0E-DF19-43BD-637F-5F4BF287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CAF17-C8F3-B6FF-E417-9AF850B95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BC098-3A25-2544-1209-8DDBBC71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87EA7-6206-85C5-3052-C65ADB39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8D509-1F7C-82EC-33CB-4D20BE8F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DFB0C-6D6F-C0D1-4819-F9BCC57B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AE87E-AB81-7E5F-F704-A13FBE967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ADBAA-C5C1-89EC-6C39-8F1308317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3B150-E236-E61E-F212-2B718D81F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A5583-E541-544B-F1CC-039F9C00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F3453-4CD0-70A7-2BE2-FC4C3D98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F2C1-117A-EEF4-4A01-483F2040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28702-4282-605B-924C-B6B55CFBC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8147A-7B1A-DA48-CE9F-606E1E482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D4AE7-3A32-5559-E74B-951C76F53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6C85B-B5C6-C348-D4A1-BF07F46F0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24751-0A52-E4F9-8252-79257969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27EBEA-62BE-BEB6-E9FE-F30ED6F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0EE7-04EE-C92C-F03B-37204103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C049-6962-B476-D0AB-340681F18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6D7DC-040F-2BDE-D352-52E14DC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C8363-D326-39F2-F60E-5979FC8F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6BAC1-4F91-C9CE-DFCE-6550F6D4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8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EF2FD-3114-4601-9406-746AD71F2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C1D9E-DC43-BD02-A60A-2AAB1C65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0D8B2-CF50-3A8C-2333-CD838464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8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EFBE-3429-CDFF-F71A-B4AC2B5EF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E7381-B02D-95C6-E2E8-D197F4DD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68118-2FBF-4239-C1B2-E6A92E0B1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8815C-D590-226D-A4E3-A5B330FF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4A2F9-9034-AB78-C1A7-E411341C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54767-BAA6-A294-9226-B884048D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8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D6AD-5152-67E7-3172-E861A3C3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B98CA1-4272-B8B4-F025-51417B55B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519EA-6C2A-251E-AB69-DC307A8A4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DA093-F696-144E-76AC-7F597F67B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B7EA9-9FB6-F7A5-4E3F-B83DFE98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1381E-27D9-1360-7468-B3DAC94D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8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4C0F-0DB8-9124-BD32-08345897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7CC60-7EC3-8AC8-132B-F4A1FB7DE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38B8-4EC6-7C2C-CC0D-1E625104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2E8DB-BE63-59F2-F038-13FB111A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D5E9-0AC6-07A1-33DB-F4E3B5C7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8323FB-DFEC-B735-4E0A-CDBCCC79D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23AA2-6DA6-4621-06AB-154738999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8197B-5C36-DB56-53A7-4BDB20FB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28106-6E15-0B25-8270-1548D04E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9C650-60A8-400E-1F2B-E5EDE48F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35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D0F5-01DD-490B-8A40-043A136C7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F606D-E30C-79AD-6A08-4A2C243B1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F11A-7E2E-04B2-D7B6-2ADDD9E8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41219-7378-D717-186C-819C2E9D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58ECE-CC30-744E-63D2-1A61E47D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099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4ACE-0429-6F3C-1C9E-5C99F016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73BC4-8EAD-6E69-0E39-C5BB2DCC1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8B66-8264-27FE-E2D4-0312328E9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0C9DA-829F-1046-0A51-DF1DA497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F12DA-7D81-C630-695E-B47B105F4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030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208C-F90E-7BAB-F2E1-F760ABC25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F4AF4-67F9-1B30-C3D7-D10774F7B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CEEE1-7D02-B6BF-DD85-7A2073AE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1F58-92F9-7C61-2B29-7D0718D5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1D3F-A8BB-DBF2-1908-B11DF2CA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806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88FBD-381C-9188-ABC4-3A0F1D84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BFCA7-78AC-F5FD-EED4-AF31E6999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6B2FE-2AD5-4293-7993-7B4F625A0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E7C06-AAD3-6416-EC51-771534A9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6CDC3-B647-7C51-6DF6-9B839E16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BE507-94C8-9361-9D7D-A767E1B6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2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0A9C-05D6-08C5-2E54-36875F37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06BE1-331A-E791-AA3A-FB08E778A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D08A9-B682-35FA-2AA0-569CA2862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499F1-61C1-E6EA-EBE6-B3FE8F724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F1579-D18C-49C8-7388-FE0BF94B6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295F69-7139-5C41-1761-B74575A7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1F3A7C-C2EE-E7BE-CF02-9DF39BEF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E1342-5607-0C92-643F-0F0C0807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611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8E74-C924-B425-3CE1-5BDED6C6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B5AA0-5AC7-FB32-65A1-38618747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11A87-8A00-CA7F-97BF-87F4F32F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C3FDB-6E78-F6A0-8E90-C681C974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64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DEF2B-6B4A-9617-713C-35D9B7DD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AD48D-FEE5-3903-2012-2252F87A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98C2C-2C34-C8CE-26DC-6F1C397C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25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9DC1-E6C9-74AD-68A8-4CA6F4BF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306F5-BDF9-B4DB-BBC6-F9A7C544E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8D6C8-5809-53C8-B632-8BDE77961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E8D3A-F035-F76C-147F-1063056C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2AF4A-00E6-DB04-F256-C6F42EBB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88972-0243-ECBD-8134-4AFA749E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614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31DF-5DA7-C012-856C-074FEE07E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5BD26-8028-8612-F25F-37E9C2C1A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F87AF-750B-F85E-666C-B11258358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83FDC-1016-56A1-858C-8583C448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FF410-A4E2-A337-42C8-05BDF746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6E16C-B21C-E163-FA90-50623C2A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350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A3120-F2B3-5388-C4B1-5AE8AD429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06063-377F-3FB0-DA34-DE0F62CC7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E94B8-9D9C-6F05-BC2D-BE57F86D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AE709-E1E6-A9F4-2798-58AAD1B2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F52F6-7147-15F4-056A-AF8CC002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791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F9342-CDD2-A299-D2F5-6FE236539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FCF0C-CCB6-1E25-C95B-528BE3A58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888C2-8996-7ABF-ACB2-4584CDA4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455E3-C5D2-94EA-D4A9-5E12D200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F599-3244-4C4E-24F9-304BAAED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02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479FC-0B4E-DDEE-6636-8AC358C4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72C2A-8114-ED1B-8300-179FA112D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91065-B40D-D836-1B6E-1BE9E83E7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7FFE19-F38B-A241-9BA8-DAFA19D01F0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F4385-A870-4B4C-1711-BA5FB7CD2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6554B-FA81-D0CB-57F5-D4759D9A8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B6584-2417-6643-B6E9-40E241791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0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7F269E-FDE3-B909-60CA-0F9579DC2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AAFA0-ACA1-89F1-A603-9D92E76EF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FFFD4-323B-7FEF-6A79-9A1C757A2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F2EA0-CB53-497E-AFB0-4095EAE1ED7E}" type="datetimeFigureOut">
              <a:rPr lang="en-IN" smtClean="0"/>
              <a:t>16/04/26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04F0-F64C-B1FE-04EE-2FD169C5F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7454C-A27B-C792-DC1E-4EA8CE05D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ABE74-CDE1-4C7C-B486-E06E67A23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60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3D008-1BA0-A744-BA86-F3B05DC62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Foundational Model for NMR Metabolomics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4A995-3246-0F98-E16B-102B82A1C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/>
              <a:t>Group Meeting 27</a:t>
            </a:r>
            <a:r>
              <a:rPr lang="en-US" baseline="30000"/>
              <a:t>th</a:t>
            </a:r>
            <a:r>
              <a:rPr lang="en-US"/>
              <a:t> Feb 2026</a:t>
            </a:r>
          </a:p>
          <a:p>
            <a:pPr algn="l"/>
            <a:r>
              <a:rPr lang="en-US" dirty="0"/>
              <a:t>Shankararama Sharma</a:t>
            </a:r>
            <a:endParaRPr lang="en-US"/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8B55680A-D0FE-7DC4-E26A-26FF276A5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Tick">
            <a:extLst>
              <a:ext uri="{FF2B5EF4-FFF2-40B4-BE49-F238E27FC236}">
                <a16:creationId xmlns:a16="http://schemas.microsoft.com/office/drawing/2014/main" id="{127F2453-58B6-4002-BC91-B91B136D8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754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25C60-2791-68FF-62D1-ED2FB119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Goal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16AFDD-2501-D17C-A431-AB10582AC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5146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768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3B396-DE01-040E-E0BE-E0E1F138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Masked Spectra Modelling (MSM)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70AC2-0FB4-2250-0414-CA4BCC31F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Task:</a:t>
            </a:r>
            <a:r>
              <a:rPr lang="en-US" sz="2200"/>
              <a:t> hide 15–50% of ppm bins (scattered), </a:t>
            </a:r>
            <a:r>
              <a:rPr lang="en-US" sz="2200" b="1"/>
              <a:t>reconstruct</a:t>
            </a:r>
            <a:r>
              <a:rPr lang="en-US" sz="2200"/>
              <a:t> them.</a:t>
            </a:r>
          </a:p>
          <a:p>
            <a:pPr marL="0" indent="0">
              <a:buNone/>
            </a:pPr>
            <a:r>
              <a:rPr lang="en-US" sz="2200" b="1"/>
              <a:t>Why it helps later?</a:t>
            </a:r>
            <a:endParaRPr lang="en-US" sz="2200"/>
          </a:p>
          <a:p>
            <a:r>
              <a:rPr lang="en-US" sz="2200"/>
              <a:t>Forces model to learn </a:t>
            </a:r>
            <a:r>
              <a:rPr lang="en-US" sz="2200" b="1"/>
              <a:t>multiplet shapes</a:t>
            </a:r>
            <a:r>
              <a:rPr lang="en-US" sz="2200"/>
              <a:t>, </a:t>
            </a:r>
            <a:r>
              <a:rPr lang="en-US" sz="2200" b="1"/>
              <a:t>J-patterns</a:t>
            </a:r>
            <a:r>
              <a:rPr lang="en-US" sz="2200"/>
              <a:t>, and </a:t>
            </a:r>
            <a:r>
              <a:rPr lang="en-US" sz="2200" b="1"/>
              <a:t>baseline behavior</a:t>
            </a:r>
            <a:r>
              <a:rPr lang="en-US" sz="2200"/>
              <a:t>.</a:t>
            </a:r>
          </a:p>
          <a:p>
            <a:r>
              <a:rPr lang="en-US" sz="2200"/>
              <a:t>Yields </a:t>
            </a:r>
            <a:r>
              <a:rPr lang="en-US" sz="2200" b="1"/>
              <a:t>features that generalize</a:t>
            </a:r>
            <a:r>
              <a:rPr lang="en-US" sz="2200"/>
              <a:t> to tiny labeled sets (disease/control).</a:t>
            </a:r>
          </a:p>
          <a:p>
            <a:r>
              <a:rPr lang="en-US" sz="2200"/>
              <a:t>Acts as a </a:t>
            </a:r>
            <a:r>
              <a:rPr lang="en-US" sz="2200" b="1"/>
              <a:t>regularizer</a:t>
            </a:r>
            <a:r>
              <a:rPr lang="en-US" sz="2200"/>
              <a:t> during fine-tuning (less overfitting).</a:t>
            </a:r>
          </a:p>
          <a:p>
            <a:pPr marL="0" indent="0">
              <a:buNone/>
            </a:pPr>
            <a:r>
              <a:rPr lang="en-US" sz="2200" b="1"/>
              <a:t>Loss (simple &amp; strong):</a:t>
            </a:r>
            <a:endParaRPr lang="en-US" sz="2200"/>
          </a:p>
          <a:p>
            <a:r>
              <a:rPr lang="en-US" sz="2200"/>
              <a:t>MSE on Masked (0.7) + Unmasked (0.3)</a:t>
            </a:r>
          </a:p>
        </p:txBody>
      </p:sp>
    </p:spTree>
    <p:extLst>
      <p:ext uri="{BB962C8B-B14F-4D97-AF65-F5344CB8AC3E}">
        <p14:creationId xmlns:p14="http://schemas.microsoft.com/office/powerpoint/2010/main" val="1410600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E6B1-2AD6-152D-AA66-B9EA2025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C5A96-5135-4DD2-A67D-AD2DDAB72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6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0C9CEC-8B25-695C-1A25-DEEBD8C02C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188" b="5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146B3-5AA4-098F-CA2A-DF853F25E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 Download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A89CC22-FA88-7D32-4A07-CDFEB2590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4433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468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E16B6-36AB-8824-F9C4-D5892A81E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Preprocessing</a:t>
            </a:r>
            <a:endParaRPr lang="en-IN" sz="3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FCC6BE-462A-F334-B3FE-7C76C8456B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482395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482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6FA9-31BC-B914-6396-72151C6BD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4" name="Content Placeholder 5" descr="A diagram of a process&#10;&#10;AI-generated content may be incorrect.">
            <a:extLst>
              <a:ext uri="{FF2B5EF4-FFF2-40B4-BE49-F238E27FC236}">
                <a16:creationId xmlns:a16="http://schemas.microsoft.com/office/drawing/2014/main" id="{86FA72C6-E38E-E338-FB8B-AE672C4CF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01" b="42436"/>
          <a:stretch>
            <a:fillRect/>
          </a:stretch>
        </p:blipFill>
        <p:spPr bwMode="auto">
          <a:xfrm>
            <a:off x="168166" y="2325414"/>
            <a:ext cx="11855668" cy="220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081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4471B-E826-4266-970D-E475EA14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/>
          <a:p>
            <a:r>
              <a:rPr lang="en-US"/>
              <a:t>Performance on Train Data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3D3B4C-86F3-0C49-A1DA-2EE740689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3891013"/>
              </p:ext>
            </p:extLst>
          </p:nvPr>
        </p:nvGraphicFramePr>
        <p:xfrm>
          <a:off x="735724" y="2881589"/>
          <a:ext cx="10920248" cy="2087828"/>
        </p:xfrm>
        <a:graphic>
          <a:graphicData uri="http://schemas.openxmlformats.org/drawingml/2006/table">
            <a:tbl>
              <a:tblPr firstRow="1" firstCol="1">
                <a:tableStyleId>{F5AB1C69-6EDB-4FF4-983F-18BD219EF322}</a:tableStyleId>
              </a:tblPr>
              <a:tblGrid>
                <a:gridCol w="2709710">
                  <a:extLst>
                    <a:ext uri="{9D8B030D-6E8A-4147-A177-3AD203B41FA5}">
                      <a16:colId xmlns:a16="http://schemas.microsoft.com/office/drawing/2014/main" val="2877785995"/>
                    </a:ext>
                  </a:extLst>
                </a:gridCol>
                <a:gridCol w="2736846">
                  <a:extLst>
                    <a:ext uri="{9D8B030D-6E8A-4147-A177-3AD203B41FA5}">
                      <a16:colId xmlns:a16="http://schemas.microsoft.com/office/drawing/2014/main" val="3857913230"/>
                    </a:ext>
                  </a:extLst>
                </a:gridCol>
                <a:gridCol w="2736846">
                  <a:extLst>
                    <a:ext uri="{9D8B030D-6E8A-4147-A177-3AD203B41FA5}">
                      <a16:colId xmlns:a16="http://schemas.microsoft.com/office/drawing/2014/main" val="497997088"/>
                    </a:ext>
                  </a:extLst>
                </a:gridCol>
                <a:gridCol w="2736846">
                  <a:extLst>
                    <a:ext uri="{9D8B030D-6E8A-4147-A177-3AD203B41FA5}">
                      <a16:colId xmlns:a16="http://schemas.microsoft.com/office/drawing/2014/main" val="2162335629"/>
                    </a:ext>
                  </a:extLst>
                </a:gridCol>
              </a:tblGrid>
              <a:tr h="83907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3300">
                          <a:effectLst/>
                        </a:rPr>
                        <a:t>Metric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25% Mask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35% Mask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50% Mask</a:t>
                      </a:r>
                    </a:p>
                  </a:txBody>
                  <a:tcPr marL="51883" marR="51883" marT="34590" marB="34590" anchor="b"/>
                </a:tc>
                <a:extLst>
                  <a:ext uri="{0D108BD9-81ED-4DB2-BD59-A6C34878D82A}">
                    <a16:rowId xmlns:a16="http://schemas.microsoft.com/office/drawing/2014/main" val="16148455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3300" dirty="0">
                          <a:effectLst/>
                        </a:rPr>
                        <a:t>Overall MSE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3.28×10−5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3.18×10−5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5.04×10−5</a:t>
                      </a:r>
                    </a:p>
                  </a:txBody>
                  <a:tcPr marL="51883" marR="51883" marT="34590" marB="34590" anchor="b"/>
                </a:tc>
                <a:extLst>
                  <a:ext uri="{0D108BD9-81ED-4DB2-BD59-A6C34878D82A}">
                    <a16:rowId xmlns:a16="http://schemas.microsoft.com/office/drawing/2014/main" val="3350240749"/>
                  </a:ext>
                </a:extLst>
              </a:tr>
              <a:tr h="63915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3300">
                          <a:effectLst/>
                        </a:rPr>
                        <a:t>Overall R2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0.9805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>
                          <a:effectLst/>
                        </a:rPr>
                        <a:t>0.9813</a:t>
                      </a:r>
                    </a:p>
                  </a:txBody>
                  <a:tcPr marL="51883" marR="51883" marT="34590" marB="3459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3300" dirty="0">
                          <a:effectLst/>
                        </a:rPr>
                        <a:t>0.9695</a:t>
                      </a:r>
                    </a:p>
                  </a:txBody>
                  <a:tcPr marL="51883" marR="51883" marT="34590" marB="34590" anchor="b"/>
                </a:tc>
                <a:extLst>
                  <a:ext uri="{0D108BD9-81ED-4DB2-BD59-A6C34878D82A}">
                    <a16:rowId xmlns:a16="http://schemas.microsoft.com/office/drawing/2014/main" val="3582892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04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504F-2E3C-C178-790A-7A675827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8164" y="365125"/>
            <a:ext cx="2505635" cy="1409887"/>
          </a:xfrm>
        </p:spPr>
        <p:txBody>
          <a:bodyPr>
            <a:normAutofit/>
          </a:bodyPr>
          <a:lstStyle/>
          <a:p>
            <a:r>
              <a:rPr lang="en-US" dirty="0"/>
              <a:t>15% Masking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F3ABC0-0641-7DE8-58CB-F90195673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71" y="276762"/>
            <a:ext cx="8057029" cy="32228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18B0F7-1E43-7C72-BE3B-E13E7CEDA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71" y="3429000"/>
            <a:ext cx="8057029" cy="32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8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506A8-E727-ECB6-B66D-BE078FE0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DA0C-BC87-53CB-F349-DD924E7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6743" y="304613"/>
            <a:ext cx="2505635" cy="1409887"/>
          </a:xfrm>
        </p:spPr>
        <p:txBody>
          <a:bodyPr>
            <a:normAutofit/>
          </a:bodyPr>
          <a:lstStyle/>
          <a:p>
            <a:r>
              <a:rPr lang="en-US" dirty="0"/>
              <a:t>25% Masking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A47D40-B77F-3F32-CADB-054D944AF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71" y="0"/>
            <a:ext cx="857250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95B8C6-B2BE-5E3A-B0FA-D67F04CB8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71" y="3429000"/>
            <a:ext cx="8572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95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69D8-D751-C896-B81B-7E371C0D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7EB9-5232-9E63-13BB-F3C8F50D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6743" y="304613"/>
            <a:ext cx="2505635" cy="1409887"/>
          </a:xfrm>
        </p:spPr>
        <p:txBody>
          <a:bodyPr>
            <a:normAutofit/>
          </a:bodyPr>
          <a:lstStyle/>
          <a:p>
            <a:r>
              <a:rPr lang="en-US" dirty="0"/>
              <a:t>35% Masking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5C90A7-3836-2A70-0AA4-CA4461CD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72500" cy="342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1E6258-EACF-6554-A960-DACDC7B0A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429000"/>
            <a:ext cx="8572503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74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8D7E-B780-3F8D-7F42-B1A5DE811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28D9-7CC9-2A60-8E2F-C65E3C1F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6743" y="304613"/>
            <a:ext cx="2505635" cy="1409887"/>
          </a:xfrm>
        </p:spPr>
        <p:txBody>
          <a:bodyPr>
            <a:normAutofit/>
          </a:bodyPr>
          <a:lstStyle/>
          <a:p>
            <a:r>
              <a:rPr lang="en-US" dirty="0"/>
              <a:t>50% Masking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278BF0-FDA6-C183-D285-92D409E82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72500" cy="342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A6EE7B-EC27-743D-982D-FA4725E70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8572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97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D5CAAD-BCED-F486-8AD5-9797B325D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760" y="0"/>
            <a:ext cx="9413240" cy="37652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156ACD-3E0A-26F4-80A5-2B7AE7E1B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429000"/>
            <a:ext cx="8572503" cy="3429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CB4F19-C931-0651-BB4E-1158DBB49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780" y="3429000"/>
            <a:ext cx="8572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78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19A49-CD19-E15C-6E1D-10B7A220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Comparison of Unmasked and Masked regions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CC58D-F8E6-B187-D995-DD8CBCA59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442" y="0"/>
            <a:ext cx="3378558" cy="5099712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9DB44C-2B3A-853B-FDEF-CDC3E04A0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76578" y="-1"/>
            <a:ext cx="3285105" cy="6704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E17BFC-38EB-6E8D-45BD-6478E15B12AD}"/>
              </a:ext>
            </a:extLst>
          </p:cNvPr>
          <p:cNvSpPr txBox="1"/>
          <p:nvPr/>
        </p:nvSpPr>
        <p:spPr>
          <a:xfrm>
            <a:off x="4679575" y="5325035"/>
            <a:ext cx="3378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Unmasked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	Masked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8583F5F0-6E66-3663-5C33-5FCBEFA94E7E}"/>
              </a:ext>
            </a:extLst>
          </p:cNvPr>
          <p:cNvSpPr/>
          <p:nvPr/>
        </p:nvSpPr>
        <p:spPr>
          <a:xfrm>
            <a:off x="4966448" y="5099712"/>
            <a:ext cx="295834" cy="50191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662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C4BE9-3C4E-431B-CDC9-72E2B3D8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Gradient Analysis</a:t>
            </a:r>
          </a:p>
        </p:txBody>
      </p:sp>
      <p:pic>
        <p:nvPicPr>
          <p:cNvPr id="5" name="Content Placeholder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C8A5B817-0086-B0EE-933B-1F3591BAE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424" y="1388303"/>
            <a:ext cx="8939152" cy="536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41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BB212EBC-1314-A4D5-F8F0-8ECFFCAB3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02734"/>
            <a:ext cx="10905066" cy="545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99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547C1-EE88-BB86-81EB-53FDF6EB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Test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D058BC-634D-6B45-5F31-AFDF1D308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671520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2982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AAF69-8E68-8C3B-DFE4-0B2BD39A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Test 1 – Backbone + ML Model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8DA6D-C42F-7985-33CD-6EBAA0C9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Three models – SVM, Logistic Regression, XGBoost</a:t>
            </a:r>
          </a:p>
          <a:p>
            <a:r>
              <a:rPr lang="en-US" sz="2000"/>
              <a:t>Extract embedded features from our trained model (128)</a:t>
            </a:r>
          </a:p>
          <a:p>
            <a:r>
              <a:rPr lang="en-US" sz="2000"/>
              <a:t>Feed into these 3 ML models</a:t>
            </a:r>
          </a:p>
          <a:p>
            <a:r>
              <a:rPr lang="en-US" sz="2000"/>
              <a:t>Try to classify – using Cross Validation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09FAD517-DD09-D7C3-0485-E18CC62E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47737"/>
            <a:ext cx="6903720" cy="37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4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06AE-518B-7110-D1CB-6DA8DE418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4" y="37167"/>
            <a:ext cx="11960559" cy="318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800" dirty="0"/>
              <a:t>Comparison of 15%, 25%, 35% and 50% Masking – ML Models trained on Embeddings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FB6ADD2F-96FD-F589-51F4-F5317DF6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61" y="355766"/>
            <a:ext cx="6768163" cy="3092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B3D5BC-29DB-3DF3-A0E2-59DE76C1B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836" y="3429000"/>
            <a:ext cx="6768163" cy="3426118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3C1B4B-FD3F-0A4A-CC25-221E7E23F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724" y="336413"/>
            <a:ext cx="5940281" cy="3092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97FBD5-59FB-BBAD-8E07-01D39121E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09646"/>
            <a:ext cx="5940280" cy="344547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9F7888B-B49F-3CA8-F54A-BF9140113D69}"/>
              </a:ext>
            </a:extLst>
          </p:cNvPr>
          <p:cNvSpPr/>
          <p:nvPr/>
        </p:nvSpPr>
        <p:spPr>
          <a:xfrm>
            <a:off x="977462" y="536026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3DE04F-152C-9637-C045-432A0CBDFFD0}"/>
              </a:ext>
            </a:extLst>
          </p:cNvPr>
          <p:cNvSpPr/>
          <p:nvPr/>
        </p:nvSpPr>
        <p:spPr>
          <a:xfrm>
            <a:off x="6521669" y="533650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0D6A42-E1F8-D158-866B-486C4A07CC44}"/>
              </a:ext>
            </a:extLst>
          </p:cNvPr>
          <p:cNvSpPr/>
          <p:nvPr/>
        </p:nvSpPr>
        <p:spPr>
          <a:xfrm>
            <a:off x="977462" y="3715403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35%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F8FB8E-EBE6-E632-EF33-4B550636B8B5}"/>
              </a:ext>
            </a:extLst>
          </p:cNvPr>
          <p:cNvSpPr/>
          <p:nvPr/>
        </p:nvSpPr>
        <p:spPr>
          <a:xfrm>
            <a:off x="6521669" y="3694384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282035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86F6A-3CAA-927E-6220-4952D78CF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ADE39-FB36-F02C-940A-096C5890B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/>
              <a:t>Test 2 – Backbone + Classification head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4E73C-BEDB-D69A-29B7-A18958F52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Change the final layer of our DNN</a:t>
            </a:r>
          </a:p>
          <a:p>
            <a:r>
              <a:rPr lang="en-US" sz="2000"/>
              <a:t>Make it a classification head</a:t>
            </a:r>
          </a:p>
          <a:p>
            <a:r>
              <a:rPr lang="en-US" sz="2000"/>
              <a:t>Two methods</a:t>
            </a:r>
          </a:p>
          <a:p>
            <a:pPr lvl="1"/>
            <a:r>
              <a:rPr lang="en-US" sz="2000"/>
              <a:t>Freeze the backbone</a:t>
            </a:r>
          </a:p>
          <a:p>
            <a:pPr lvl="1"/>
            <a:r>
              <a:rPr lang="en-US" sz="2000"/>
              <a:t>Finetune backbone also</a:t>
            </a:r>
          </a:p>
          <a:p>
            <a:r>
              <a:rPr lang="en-US" sz="2000"/>
              <a:t>Try to classify – using Cross Validation</a:t>
            </a:r>
          </a:p>
        </p:txBody>
      </p:sp>
      <p:pic>
        <p:nvPicPr>
          <p:cNvPr id="5" name="Picture 4" descr="A diagram of a computer model&#10;&#10;AI-generated content may be incorrect.">
            <a:extLst>
              <a:ext uri="{FF2B5EF4-FFF2-40B4-BE49-F238E27FC236}">
                <a16:creationId xmlns:a16="http://schemas.microsoft.com/office/drawing/2014/main" id="{EB6794A6-6C87-2377-495D-08CE7BF3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47737"/>
            <a:ext cx="6903720" cy="37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60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7937-D16E-8B38-2F5C-D8E9DE7C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634"/>
            <a:ext cx="10515600" cy="376280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Comparison of 15%, 25%, 35% and 50% Masking – Frozen Backbone vs Finetuning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6BF23-6D17-B089-6B6B-314313609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914"/>
            <a:ext cx="6096000" cy="31447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69626-B619-A4EE-DEB7-5B48E91E1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481914"/>
            <a:ext cx="6063048" cy="31251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CFCA91-2A8A-FA4F-71A0-2ED899074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13276"/>
            <a:ext cx="6096001" cy="3144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45060B-3DA7-9F4E-C551-54AD7ABCB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935" y="3713274"/>
            <a:ext cx="6101065" cy="31447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17F7626-3144-E3C7-31D6-9721476BD974}"/>
              </a:ext>
            </a:extLst>
          </p:cNvPr>
          <p:cNvSpPr/>
          <p:nvPr/>
        </p:nvSpPr>
        <p:spPr>
          <a:xfrm>
            <a:off x="1124607" y="777763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463D5E-BD50-819A-A40F-1B9A02356FD9}"/>
              </a:ext>
            </a:extLst>
          </p:cNvPr>
          <p:cNvSpPr/>
          <p:nvPr/>
        </p:nvSpPr>
        <p:spPr>
          <a:xfrm>
            <a:off x="6668814" y="775387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39412E-7536-9F7D-A535-66500E071A33}"/>
              </a:ext>
            </a:extLst>
          </p:cNvPr>
          <p:cNvSpPr/>
          <p:nvPr/>
        </p:nvSpPr>
        <p:spPr>
          <a:xfrm>
            <a:off x="1124607" y="3957140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35%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A6FE1D-C23F-FD6E-4803-A4E980586162}"/>
              </a:ext>
            </a:extLst>
          </p:cNvPr>
          <p:cNvSpPr/>
          <p:nvPr/>
        </p:nvSpPr>
        <p:spPr>
          <a:xfrm>
            <a:off x="6668814" y="3936121"/>
            <a:ext cx="882868" cy="6411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1116683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A9F5C-32ED-AAA0-C26F-39CCA1BA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AD506-7829-0D44-D8C6-084C52C2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Test 3 – Only ML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0D1059-D128-35EF-F0BC-9CDF71C63B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31778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1281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7F1E-B72D-466F-E0BE-C0753860A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856"/>
            <a:ext cx="10515600" cy="921393"/>
          </a:xfrm>
        </p:spPr>
        <p:txBody>
          <a:bodyPr/>
          <a:lstStyle/>
          <a:p>
            <a:r>
              <a:rPr lang="en-US" dirty="0"/>
              <a:t>Logistic Regression – 128 and 256 bins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CD544B-6922-CBD5-2C13-C86E55C28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97635"/>
            <a:ext cx="10515600" cy="2907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E7A003-2402-6B8D-21E8-6E3C727C2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04704"/>
            <a:ext cx="10515600" cy="290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89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129AC-98EC-A014-0DF0-4F919367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166"/>
            <a:ext cx="10515600" cy="821213"/>
          </a:xfrm>
        </p:spPr>
        <p:txBody>
          <a:bodyPr/>
          <a:lstStyle/>
          <a:p>
            <a:r>
              <a:rPr lang="en-US" dirty="0"/>
              <a:t>SVM – 128 and 256 bins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55CA76-B3A2-CB54-43B5-3E266B27D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52855"/>
            <a:ext cx="10515600" cy="2907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E5B000-8878-3ADF-62FF-E9DF3C433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59924"/>
            <a:ext cx="10515600" cy="290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40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1367-EFB3-11A0-437E-718D26D6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97"/>
            <a:ext cx="10515600" cy="717441"/>
          </a:xfrm>
        </p:spPr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– 128 and 256 Bins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C2DC6E-1F31-4379-AECA-F04A661DF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80093"/>
            <a:ext cx="10515600" cy="2907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58870F-ECEF-16E7-3F0A-4D6F5B4FD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36937"/>
            <a:ext cx="10515600" cy="290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10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2926-28A9-642B-9409-B7701CE4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C71B6E-7E9F-51FE-02F9-DC944C472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981" y="1825625"/>
            <a:ext cx="65240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39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BD59-8A98-3136-1DCF-DB78796E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2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 all!!</a:t>
            </a:r>
          </a:p>
        </p:txBody>
      </p:sp>
    </p:spTree>
    <p:extLst>
      <p:ext uri="{BB962C8B-B14F-4D97-AF65-F5344CB8AC3E}">
        <p14:creationId xmlns:p14="http://schemas.microsoft.com/office/powerpoint/2010/main" val="90429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583</Words>
  <Application>Microsoft Macintosh PowerPoint</Application>
  <PresentationFormat>Widescreen</PresentationFormat>
  <Paragraphs>106</Paragraphs>
  <Slides>27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1_Office Theme</vt:lpstr>
      <vt:lpstr>Foundational Model for NMR Metabolomics</vt:lpstr>
      <vt:lpstr>Goal</vt:lpstr>
      <vt:lpstr>Masked Spectra Modelling (MSM)</vt:lpstr>
      <vt:lpstr>Flow</vt:lpstr>
      <vt:lpstr>Data Download</vt:lpstr>
      <vt:lpstr>Preprocessing</vt:lpstr>
      <vt:lpstr>Model Architecture</vt:lpstr>
      <vt:lpstr>Performance on Train Data</vt:lpstr>
      <vt:lpstr>15% Masking</vt:lpstr>
      <vt:lpstr>25% Masking</vt:lpstr>
      <vt:lpstr>35% Masking</vt:lpstr>
      <vt:lpstr>50% Masking</vt:lpstr>
      <vt:lpstr>PowerPoint Presentation</vt:lpstr>
      <vt:lpstr>Comparison of Unmasked and Masked regions</vt:lpstr>
      <vt:lpstr>Gradient Analysis</vt:lpstr>
      <vt:lpstr>PowerPoint Presentation</vt:lpstr>
      <vt:lpstr>Test Data</vt:lpstr>
      <vt:lpstr>Test 1 – Backbone + ML Model</vt:lpstr>
      <vt:lpstr>Comparison of 15%, 25%, 35% and 50% Masking – ML Models trained on Embeddings</vt:lpstr>
      <vt:lpstr>Test 2 – Backbone + Classification head</vt:lpstr>
      <vt:lpstr>Comparison of 15%, 25%, 35% and 50% Masking – Frozen Backbone vs Finetuning</vt:lpstr>
      <vt:lpstr>Test 3 – Only ML models</vt:lpstr>
      <vt:lpstr>Logistic Regression – 128 and 256 bins</vt:lpstr>
      <vt:lpstr>SVM – 128 and 256 bins</vt:lpstr>
      <vt:lpstr>XGBoost – 128 and 256 Bins</vt:lpstr>
      <vt:lpstr>PowerPoint Presentation</vt:lpstr>
      <vt:lpstr>Thank you all!!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Shankararama Sharma R</dc:creator>
  <cp:lastModifiedBy>Shankararama Sharma R</cp:lastModifiedBy>
  <cp:revision>5</cp:revision>
  <dcterms:created xsi:type="dcterms:W3CDTF">2026-02-27T06:59:07Z</dcterms:created>
  <dcterms:modified xsi:type="dcterms:W3CDTF">2026-04-16T09:43:51Z</dcterms:modified>
</cp:coreProperties>
</file>