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min, questions welcome throughout.
TIMING GUIDE (leaves ~8 min slack for interruptions):
  slides 1-4    framing + the arc ................ 6 min
  slides 5-9    what we built ................... 8 min
  slides 10-14  the headline + diagnosis ........ 9 min
  slides 15-21  the three mistakes .............. 10 min  &lt;- the important part
  slides 22-25  the few-shot result ............. 7 min
  slides 26-29  where we stand + discussion ..... 5 min
If running long, slide 6 (preprocessing versions) and slide 9 (protocol) are the two that can be summarised in one sentence each. Do NOT cut 19, 20, 23 or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has not changed. Everything that follows is about whether we actually cleared the bar in item 4 — and the honest answer today is: not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February deck showed a model that reconstructed beautifully and an evaluation that could not support conclusions. The reconstruction quality was real; it just turned out to be the wrong thing to optimise.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 for the talk. I will spend most time on 5 and 6 because that is where the real learning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Corpus is still small for a foundation model — 9,670 is orders of magnitude below where masked pretraining usually starts to pay. That becomes one of my proposed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unless asked. The point is methodological: correctness and measurable downstream benefit are different justifications, and we conflated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questions likely here. Patch 1024 = 128 tokens over 131k points. That resolution limit becomes a hypothesis we test and refute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transferable lesson for anyone else in the group doing SSL: a beautiful reconstruction figure tells you almost nothing about whether the features are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6-decimal gate is worth emphasising — it is what lets us attribute differences to the features rather than to a plumbing discrepancy.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result that set the agenda for the next four months. Note it was measured with the reported DNN head and mean-pooling — both of which turned out to be fixable.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mixed picture is the useful part: there is no single fix, and for one target the SSL representation was already better than the classical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Pooling: the backbone makes 128 tokens, one per spectral region. Mean-pooling averages them and throws away WHERE the signal was — but chemical shift position is the discriminative information in NMR. Keeping position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news slide. But note the two remaining large gaps are the two biggest cohorts — the ones with actual error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from this: concentrate on masking. We stopped developing jigsaw and joint. If asked why random is strong — random-feature kernel methods are a real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spend real time here — this is the part that changed how I work, and it is the part most transferable to everyone else in the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plainly: this one nearly sent us in the wrong direction entirely — we could have concluded the whole approach was dead.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a confound worth admitting: the small-patch models have ~3x fewer parameters, because the patch embedding scales with patch size. The falling reconstruction loss is the independent evidence for the easier-task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Ask the room what they would have done. The answer we should have reached months earlier is: replicate the reference run before believing any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GPU-hours to learn that our headline result was a sampling artifact. Cheapest expensive lesson of the project. Emphasise: this was the student's own suggestion to run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0.020 floor is the deeper error: we had explicitly noted at the time that the three-run agreement looked like a fluke, called it a fluke in writing, and then adopted it as a floor anyway. That is what let three claims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all of this is now in a written lab record with the retractions kept in place rather than edited out, so the reasoning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experiment was on the queue since July as #6. It is the one that actually tests what we set out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one methodological fix that mattered: the few-shot classifiers still had the OLD hardcoded mean-pooling. Left alone, that would have handicapped SSL by 0.03-0.13 in exactly the experiment meant to favour it. We ported the pooling fix in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pairing plainly: for a fixed episode both models saw the same 4 training samples and the same test samples, so their difference removes the luck of the draw. Single-episode std is 0.07-0.15; the paired se is ~0.016.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be seen trying to break my own negative result. If someone in the room has another way it could be an artifact, that is exactly the feedback I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one slide to remember, it is this one. The methodological pattern is cleaner than any individual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here. I would rather bring the group an honest negative with good methodology than keep tuning until something crosses a threshold by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1 is the one I most want feedback on — it is the last strong argument for the backbone, and it is cheap because it needs no retraining.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plenty of time here. The three questions are genuine — especially #2, since the scaling answer depends on data we may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F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139696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NMR Metabolomics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1272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built, what we found, and the three things we got wrong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404164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Shankararama Sharma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Meeting  ·  August 2026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7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from 27 Feb 2026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9,670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53583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pretrained on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(was 2,146 in Feb)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80560" y="5349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0" y="53583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targets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4 cohorts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38160" y="5349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601200" y="53583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experiments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retractions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— unchanged since February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foundation model is the right idea for metabolomics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55680" cy="1060704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26464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26464" y="1956816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Metabolomics cohorts are tiny — 10s to 100s of samples. Deep networks need far more than that to train from scratch.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55680" cy="1060704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9626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26464" y="2825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26464" y="3182112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 once on thousands of UNLABELLED spectra with a self-supervised task. No labels needed — we have plenty of raw spectra.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11155680" cy="1060704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187952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26464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26464" y="4407408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that representation to a small labelled cohort. The backbone already knows what NMR spectra look like.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157216"/>
            <a:ext cx="11155680" cy="1060704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413248"/>
            <a:ext cx="548640" cy="548640"/>
          </a:xfrm>
          <a:prstGeom prst="ellipse">
            <a:avLst/>
          </a:prstGeom>
          <a:solidFill>
            <a:srgbClr val="1A7A3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26464" y="5276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26464" y="5632704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beat classical ML (binned intensities + logistic regression) on small datasets. That is the bar.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were on 27 February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of play at the last group meeting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EBF5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working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493776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Spectra Modelling trained end-to-end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2,146 CPMG serum spectra from MetaboLights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was excellent — MSE ≈ 3×10⁻⁵, R² ≈ 0.98 at 25–35% masking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preprocessing pipeline: TopSpin → align → water-suppress → dedupe → normalise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evaluation routes sketched: embeddings+ML, classification head, ML-only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BEEF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missing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1975104"/>
            <a:ext cx="493776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test cohort (TBI, ~57 samples) — no way to tell general from idiosyncratic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head-to-head against classical ML on identical folds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 asking whether pretraining helped at all vs a random network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bars anywhere — every arm was a single training run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quality was our success metric. It turns out not to be one.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56509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last five months went into fixing the right-hand column.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since — the 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months in one picture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95681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5778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2,146 → 9,670 spectra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cohorts, 5 targets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17420" y="2788920"/>
            <a:ext cx="146304" cy="164592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19568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3230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properly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43230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folds, same metric,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vs SSL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91940" y="2788920"/>
            <a:ext cx="146304" cy="164592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956816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0682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30682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deficit vs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ceiling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66460" y="2788920"/>
            <a:ext cx="146304" cy="164592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0840" y="1956816"/>
            <a:ext cx="512064" cy="512064"/>
          </a:xfrm>
          <a:prstGeom prst="ellipse">
            <a:avLst/>
          </a:prstGeom>
          <a:solidFill>
            <a:srgbClr val="C1435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8134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fix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backbone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18134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size, capacity,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objectives, corpus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840980" y="2788920"/>
            <a:ext cx="146304" cy="164592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95360" y="1956816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5586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noise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05586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seed replicates.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claims retracted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15500" y="2788920"/>
            <a:ext cx="146304" cy="164592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35" name="Shape 33"/>
          <p:cNvSpPr/>
          <p:nvPr/>
        </p:nvSpPr>
        <p:spPr>
          <a:xfrm>
            <a:off x="9875520" y="178308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69880" y="1956816"/>
            <a:ext cx="512064" cy="512064"/>
          </a:xfrm>
          <a:prstGeom prst="ellipse">
            <a:avLst/>
          </a:prstGeom>
          <a:solidFill>
            <a:srgbClr val="1A7A3C"/>
          </a:solidFill>
          <a:ln/>
        </p:spPr>
      </p:sp>
      <p:sp>
        <p:nvSpPr>
          <p:cNvPr id="37" name="Text 35"/>
          <p:cNvSpPr/>
          <p:nvPr/>
        </p:nvSpPr>
        <p:spPr>
          <a:xfrm>
            <a:off x="1046988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3038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930384" y="3218688"/>
            <a:ext cx="1591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benchmark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all 5 targets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4370832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EBF5E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5171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summary of the arc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77240" y="4882896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 worked and produced two real improvements. Step 4 failed on every axis we tried. Step 5 revealed that most of step 4's "results" were noise. Step 6 tested the project's core premise directly — and it did not hold.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more data, and real evaluation cohorts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had one test set. Now there are five targets across four independent cohorts.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383280" cy="2395728"/>
          </a:xfrm>
          <a:prstGeom prst="roundRect">
            <a:avLst>
              <a:gd name="adj" fmla="val 3053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corpus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2,146</a:t>
            </a:r>
            <a:pPr indent="0" marL="0">
              <a:buNone/>
            </a:pPr>
            <a:r>
              <a:rPr lang="en-US" sz="20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9,670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unlabelled CPMG serum / plasma spectra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MetaboLights + Metabolomics Workbench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131,072 points each, deduplicated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572768"/>
          <a:ext cx="7543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43000"/>
                <a:gridCol w="21488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target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 Syndrome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37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/ Control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LOOCV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MTBLS326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42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/ No (IP3R)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LOOCV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113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3-class diagnosis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10-fold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— cancer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78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Cancer / No cancer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10-fold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— diabetes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78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Diabetes / No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10-fold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133088"/>
            <a:ext cx="11155680" cy="1664208"/>
          </a:xfrm>
          <a:prstGeom prst="roundRect">
            <a:avLst>
              <a:gd name="adj" fmla="val 4396"/>
            </a:avLst>
          </a:prstGeom>
          <a:solidFill>
            <a:srgbClr val="FBEEF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flag about the evaluation set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4572000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Barth and MTBLS326 use LOOCV, so they have NO fold variance — no error bars. Differences of 0.02 there are one sample.</a:t>
            </a:r>
            <a:endParaRPr lang="en-US" sz="1550" dirty="0"/>
          </a:p>
          <a:p>
            <a:pPr marL="342900" indent="-342900">
              <a:lnSpc>
                <a:spcPts val="185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MTBLS326's classical score is a perfect 1.000 on n=42. It clears a permutation null, but we have not yet checked run-order / batch confounding. Until we do, it should not count as evidence.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detour worth mentioning — four preprocessing versions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a real bug. Then we found out it did not matter.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7373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0936" y="2176272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suppression only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62,500–68,000 → 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267712"/>
            <a:ext cx="137160" cy="155448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1600200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7373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93008" y="2176272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EDTA window skipped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(left largely untouched)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62472" y="2267712"/>
            <a:ext cx="137160" cy="155448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7064" y="1600200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373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2176272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magnitude-based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EDTA suppression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24544" y="2267712"/>
            <a:ext cx="137160" cy="155448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7" name="Shape 15"/>
          <p:cNvSpPr/>
          <p:nvPr/>
        </p:nvSpPr>
        <p:spPr>
          <a:xfrm>
            <a:off x="9089136" y="1600200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9217152" y="17373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17152" y="2176272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EDTA cutoff FIXED to the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baseline-to-peak midpoint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EB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564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EDTA is a real contaminant problem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822192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Blood-collection tubes leave EDTA peaks that can dominate a spectrum and swamp the row normalisation.</a:t>
            </a:r>
            <a:endParaRPr lang="en-US" sz="15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→ v4 fixed a genuine cutoff bug: the suppression was removing too much of the surrounding signal.</a:t>
            </a:r>
            <a:endParaRPr lang="en-US" sz="15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 repo-wide still retain a dominant EDTA peak — documented, not hidden.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217920" y="3310128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FBEEF1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the version does not matter downstream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3877056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spent two whole experiments trying to explain a v3-vs-v4 downstream difference.</a:t>
            </a:r>
            <a:endParaRPr lang="en-US" sz="15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5 seeds per corpus that difference is −0.014 ± 0.022 — indistinguishable from zero (slide 19).</a:t>
            </a:r>
            <a:endParaRPr lang="en-US" sz="15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fix the preprocessing because it is CORRECT, not because you measured a downstream gain from one run.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backbone, and the three objectives we tried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is unchanged from February; two more pretext tasks were added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spectrum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131,072 points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63140" y="2194560"/>
            <a:ext cx="118872" cy="137160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9" name="Shape 7"/>
          <p:cNvSpPr/>
          <p:nvPr/>
        </p:nvSpPr>
        <p:spPr>
          <a:xfrm>
            <a:off x="2386584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split</a:t>
            </a:r>
            <a:endParaRPr lang="en-US" sz="15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450592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1,024-pt patches</a:t>
            </a:r>
            <a:endParaRPr lang="en-US" sz="135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128 tokens</a:t>
            </a:r>
            <a:endParaRPr lang="en-US" sz="135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20–60%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46804" y="2194560"/>
            <a:ext cx="118872" cy="137160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0248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embed</a:t>
            </a:r>
            <a:endParaRPr lang="en-US" sz="15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position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334256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→ 128-d</a:t>
            </a:r>
            <a:endParaRPr lang="en-US" sz="135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positional enc.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0468" y="2194560"/>
            <a:ext cx="118872" cy="137160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53912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D6E6E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5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layers, 4 heads</a:t>
            </a:r>
            <a:endParaRPr lang="en-US" sz="135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 256, pre-norm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14132" y="2194560"/>
            <a:ext cx="118872" cy="137160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37576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</a:t>
            </a:r>
            <a:endParaRPr lang="en-US" sz="15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101584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→ patches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97796" y="2194560"/>
            <a:ext cx="118872" cy="137160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1240" y="1536192"/>
            <a:ext cx="1755648" cy="1481328"/>
          </a:xfrm>
          <a:prstGeom prst="roundRect">
            <a:avLst>
              <a:gd name="adj" fmla="val 4938"/>
            </a:avLst>
          </a:prstGeom>
          <a:solidFill>
            <a:srgbClr val="EEF3F7"/>
          </a:solidFill>
          <a:ln/>
        </p:spPr>
      </p:sp>
      <p:sp>
        <p:nvSpPr>
          <p:cNvPr id="26" name="Text 24"/>
          <p:cNvSpPr/>
          <p:nvPr/>
        </p:nvSpPr>
        <p:spPr>
          <a:xfrm>
            <a:off x="9985248" y="16367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85248" y="2194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regions</a:t>
            </a:r>
            <a:endParaRPr lang="en-US" sz="135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309067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 M parameters  ·  patch 1024  ·  d_model 128  ·  best val reconstruction 9.3×10⁻⁵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356616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EB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71246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(MSM)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85800" y="411480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20–60% of patches, reconstruct them.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50749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works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279392" y="356616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BEEF1"/>
          </a:solidFill>
          <a:ln/>
        </p:spPr>
      </p:sp>
      <p:sp>
        <p:nvSpPr>
          <p:cNvPr id="34" name="Text 32"/>
          <p:cNvSpPr/>
          <p:nvPr/>
        </p:nvSpPr>
        <p:spPr>
          <a:xfrm>
            <a:off x="4462272" y="371246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Jigsaw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4462272" y="411480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 spectral bins, predict the original order.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62272" y="50749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better than random init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055864" y="356616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BEEF1"/>
          </a:solidFill>
          <a:ln/>
        </p:spPr>
      </p:sp>
      <p:sp>
        <p:nvSpPr>
          <p:cNvPr id="38" name="Text 36"/>
          <p:cNvSpPr/>
          <p:nvPr/>
        </p:nvSpPr>
        <p:spPr>
          <a:xfrm>
            <a:off x="8238744" y="371246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238744" y="411480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+ jigsaw together, shared encoder.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38744" y="50749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harmful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2920" y="5833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verdicts come from the random-init control on slide 14)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pretext task itself works very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Re-measured from February — and this is exactly where the trap was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8_reconstr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651" y="1389888"/>
            <a:ext cx="10058217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138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50 spectra:  </a:t>
            </a:r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0.940 ± 0.090</a:t>
            </a:r>
            <a:pPr algn="ctr" indent="0" marL="0">
              <a:buNone/>
            </a:pPr>
            <a:r>
              <a:rPr lang="en-US" sz="15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the hidden bins only</a:t>
            </a:r>
            <a:pPr algn="ctr" indent="0" marL="0">
              <a:buNone/>
            </a:pPr>
            <a:r>
              <a:rPr lang="en-US" sz="1500" i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(whole-spectrum r = 0.979 — but that includes the 75% of bins the model was given)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550468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BEEF1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596128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pretext task is genuinely solved well — and it still tells you almost nothing. Across five backbones, BETTER reconstruction went with WORSE transfer; our 2.3×-better-reconstructing model transferred 0.06 worse. So we never select a checkpoint, architecture or epoch on reconstruction loss.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compare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that made everything after this interpretable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6766560" cy="1152144"/>
          </a:xfrm>
          <a:prstGeom prst="roundRect">
            <a:avLst>
              <a:gd name="adj" fmla="val 6349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folds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tracks see exactly the same splits — LOOCV for Barth / MTBLS326, stratified 10-fold (seed 42) for the rest.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6766560" cy="1152144"/>
          </a:xfrm>
          <a:prstGeom prst="roundRect">
            <a:avLst>
              <a:gd name="adj" fmla="val 6349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443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metric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accuracy everywhere, because several targets are imbalanced (Barth is 14 / 23).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02920" y="4151376"/>
            <a:ext cx="6766560" cy="1152144"/>
          </a:xfrm>
          <a:prstGeom prst="roundRect">
            <a:avLst>
              <a:gd name="adj" fmla="val 6349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6110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classifiers linear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= StandardScaler → LogReg. SSL = frozen embedding → LogReg probe. So a difference is about the FEATURES, not the classifier.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43800" y="1517904"/>
            <a:ext cx="4114800" cy="3877056"/>
          </a:xfrm>
          <a:prstGeom prst="roundRect">
            <a:avLst>
              <a:gd name="adj" fmla="val 1887"/>
            </a:avLst>
          </a:prstGeom>
          <a:solidFill>
            <a:srgbClr val="EB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16824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validation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18120" y="2066544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drawing any conclusion, the harness had to reproduce the committed classical numbers to 6 decimal places on all five targets: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18120" y="3017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BrC-T2D cancer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BrC-T2D diabetes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MTBLS563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MTBLS326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21240" y="30175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0.936842</a:t>
            </a:r>
            <a:endParaRPr lang="en-US" sz="15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0.828877</a:t>
            </a:r>
            <a:endParaRPr lang="en-US" sz="15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0.720785</a:t>
            </a:r>
            <a:endParaRPr lang="en-US" sz="15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1.000000</a:t>
            </a:r>
            <a:endParaRPr lang="en-US" sz="15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0.704969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45902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this, none of the comparisons would mean anything.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result — classical ML beat every SSL family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accuracy, v4 data, best mode per family, identical folds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1_head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37" y="1417320"/>
            <a:ext cx="10058446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15584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FBEEF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8704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ordering: masked &gt; jigsaw ≈ joint. Two of the gaps are large (0.14–0.18). Barth and MTBLS326 are effectively ties — half a sample and one sample respectively.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one problem — it is two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SAME logistic regression on the frozen SSL embedding to separate them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Head-fitting deficit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SSL head is a linear layer trained by Adam for ~50 epochs on a handful of samples. LogReg on the IDENTICAL features fits the same linear map properly (L-BFGS to convergence, explicit L2, standardised inputs).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1481328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276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ceiling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survives the better classifier is the embedding's own limit — information the backbone never encoded, which 1,024-bin integrated areas do carry.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66160"/>
          <a:ext cx="11155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  <a:gridCol w="2331720"/>
                <a:gridCol w="1737360"/>
                <a:gridCol w="14630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SSL head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 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embedding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 @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 bins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cancer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0.104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diabetes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0.114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MTBLS326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−0.037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5870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is 89% a head problem — the embedding already supports 0.810. Cancer and MTBLS563 are mostly representation. Barth's embedding actually BEATS binned features (0.770 vs 0.705); the head was wasting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fixes that cost zero GPU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PAIRED comparisons — same frozen checkpoint, one thing changed. Both still stand today.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2_free_w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371600"/>
            <a:ext cx="10047428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66013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BF5E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332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two survived everything that came later: they vary a transform on a FIXED checkpoint, so they carry no pretraining run-to-run variance at all. That distinction turns out to be the whole story of this project.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those two fixes left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vs classical, after the head and pooling fixes — no retraining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2768"/>
          <a:ext cx="10515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874520"/>
                <a:gridCol w="1783080"/>
                <a:gridCol w="1600200"/>
                <a:gridCol w="137160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Feb-style head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+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pooling fix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classical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SSL WINS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MTBLS326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A60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A60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cancer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BrC-T2D diabetes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315968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EEF3F7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4425696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+0.078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60120" y="498348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improvement over the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February-style numbers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61688" y="4315968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E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4498848" y="4425696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98848" y="498348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against classical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(was 0 wins / 5 losses)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900416" y="4315968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E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8037576" y="4425696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37576" y="498348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time spent —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fixes are post-hoc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moves from 0 wins / 0 ties / 5 losses  →  1 win / 1 tie / 3 losses.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we were missing in February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architecture, NO pretrained weights anywhere, classifier held fixed — so any difference is the objective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3_pretraining_g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371600"/>
            <a:ext cx="10047428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66013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BF5E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15000"/>
            <a:ext cx="4992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pretraining earns its keep: +0.117 mean, positive on 5 of 5. This is the ONLY single-run result in the whole project that clears the noise floor.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566013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BEEF1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5715000"/>
            <a:ext cx="4992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Jigsaw and joint add nothing over a RANDOM projection. A random transformer is a strong baseline — so this means the objective, not the architecture, is the problem.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we got wrong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one experiment that caught them all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914400" y="4261104"/>
            <a:ext cx="3200400" cy="1572768"/>
          </a:xfrm>
          <a:prstGeom prst="roundRect">
            <a:avLst>
              <a:gd name="adj" fmla="val 4651"/>
            </a:avLst>
          </a:prstGeom>
          <a:solidFill>
            <a:srgbClr val="2E3A7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97280" y="4773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that did not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376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read an ablation backwards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4261104"/>
            <a:ext cx="3200400" cy="1572768"/>
          </a:xfrm>
          <a:prstGeom prst="roundRect">
            <a:avLst>
              <a:gd name="adj" fmla="val 4651"/>
            </a:avLst>
          </a:prstGeom>
          <a:solidFill>
            <a:srgbClr val="2E3A7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72000" y="4773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hypothesis that was backwards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5376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patches made the task EASIER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261104"/>
            <a:ext cx="3200400" cy="1572768"/>
          </a:xfrm>
          <a:prstGeom prst="roundRect">
            <a:avLst>
              <a:gd name="adj" fmla="val 4651"/>
            </a:avLst>
          </a:prstGeom>
          <a:solidFill>
            <a:srgbClr val="2E3A7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046720" y="4773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effect that never existed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5376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was our headline result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1 — a control that did not control anything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had an ablation we believed showed 'pretraining does not help'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BEE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thought it tested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7240" y="2048256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"Pretrained backbone vs random backbone." The numbers looked similar, so the reading was: pretraining is not buying us anything.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BF5E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64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tested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492240" y="2048256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re-initialised only the layers that were being UNFROZEN for fine-tuning, leaving the rest pretrained — and the head was underfit in both arms, which masked the difference.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genuine control: load NO pretrained weights anywhere (patch embedding and positional encoding included), and hold the classifier fixed at a converged LogReg in both arms. That is the experiment on the previous slide — and read correctly, masked pretraining HELPS by +0.117.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02920" y="5212080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EB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3218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5614416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has to be checked as carefully as the thing it controls. We now verify explicitly that a random-init arm produces genuinely different embeddings before trusting it.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2 — a hypothesis that was exactly backwards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best explanation for the representation ceiling, tested properly and refuted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910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hypothesis (very reasonable)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backbone turns 131,072 points into 128 tokens, so it cannot represent detail finer than 128 positions. Classical LogReg uses 1,024 bins — 8× finer. So: shrink the patch, gain resolution.</a:t>
            </a:r>
            <a:endParaRPr lang="en-US" sz="16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70048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554480"/>
                <a:gridCol w="1554480"/>
                <a:gridCol w="1371600"/>
                <a:gridCol w="13716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Backbone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MTBLS326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 cancer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 diab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 1024 (128 tokens)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 256 (512 tokens)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C143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 128 (1024 tokens)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0.655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0.738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C143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−0.077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26110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patches lost on 0 of 5 wins. Both arms were worse.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02920" y="4681728"/>
            <a:ext cx="11155680" cy="1517904"/>
          </a:xfrm>
          <a:prstGeom prst="roundRect">
            <a:avLst>
              <a:gd name="adj" fmla="val 4819"/>
            </a:avLst>
          </a:prstGeom>
          <a:solidFill>
            <a:srgbClr val="EBF5E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791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failed — and this is the interesting part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reconstruction loss FELL as patches shrank: 9.3×10⁻⁵ → 5.6×10⁻⁵ → 4.4×10⁻⁵. A masked 128-point patch is largely interpolable from its neighbours, so shrinking the patch made the pretext task EASIER, not more informative — the model can solve it by local smoothing without learning any metabolite structure. Patch size and mask ratio jointly set task difficulty; we moved the wrong knob.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3 — the big one. An effect that was never there.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single number became the largest reported result in the project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0934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09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9888" y="14996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86200" y="1499616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experiment needed a v4-pretrained baseline. We trained 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6700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9888" y="2560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observation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86200" y="256032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scored 0.820 held-out. The v3 checkpoint every earlier number used scored 0.888. Same architecture, same hyperparameters, config verified byte-identical.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BEE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3730752"/>
            <a:ext cx="512064" cy="512064"/>
          </a:xfrm>
          <a:prstGeom prst="ellipse">
            <a:avLst/>
          </a:prstGeom>
          <a:solidFill>
            <a:srgbClr val="C1435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9888" y="36210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conclusion we drew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86200" y="3621024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pretraining corpus version is worth +0.069 — larger than every other effect we have measured." We even recommended reverting to v3.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626864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791456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791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46817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next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886200" y="4681728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experiments (#8, #13) hunting the MECHANISM: was it the 164 differing rows? Was it corpus size? Both came back inconclusive.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724144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881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asked the obvious question: how much does the SAME configuration vary between two training runs?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#15 — so we finally measured the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pretraining runs, five per corpus, identical config differing only by random seed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4_seed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55" y="1371600"/>
            <a:ext cx="10058409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925312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BEEF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0.888 reference was rank 1 of 5 and sits +1.6 sd above its own distribution. The gap does not shrink — it vanishes and marginally reverses. §5f retracted; experiments #8 and #13 were hunting the mechanism of a non-effect.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worse news — the noise floor was 2× what we assumed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single-run claim in the project, re-scored against the measured spread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5_re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55" y="1371600"/>
            <a:ext cx="10058409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925312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FBEEF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9801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sd = 0.045 on the held-out mean; per target up to 0.076 (Barth). We had been using 0.020 — which came from three runs whose errors happened to cancel.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592531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EBF5EE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598017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standing rule: no single-run difference below 0.09 is an effect. Either ≥5 replicates (~23 GPU-h) or a paired comparison — budgeted up front.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fourth, more mundane failure — and the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wrong numbers in this project came from the same cause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BEE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unfinished checkpoints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writes a "best so far" checkpoint continuously. Evaluate one mid-run and you get a real-looking number for a model that was still training. It happened three times — including once when I claimed --seed was broken on GPU, because I compared a mid-training checkpoint against a finished one.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1481328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EBF5EE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5910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stamp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3952" y="1920240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are written with finished: false and only flipped to true after the training loop exits cleanly.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79776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EB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8895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refuses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321868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probe evaluator hard-errors on an unfinished checkpoint and warns on legacy ones with no flag.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078224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EB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41879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failure on missing data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73952" y="4517136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scripts now refuse a results directory missing an expected arm, instead of silently dropping it.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5440680" cy="1700784"/>
          </a:xfrm>
          <a:prstGeom prst="roundRect">
            <a:avLst>
              <a:gd name="adj" fmla="val 4301"/>
            </a:avLst>
          </a:prstGeom>
          <a:solidFill>
            <a:srgbClr val="EE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124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worth knowing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--seed DOES make training reproducible — two same-seed runs are byte-identical, max|ΔW| = 0. That earlier claim is retracted. Reproducibility was never the problem; run-to-run variance across DIFFERENT seeds was.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retraction in this project traces to one of two habits: comparing separately-trained networks, or trusting a checkpoint we had not verified was finished.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the premise directly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1272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pretraining helps anywhere, it must help when labels are scarce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977640"/>
            <a:ext cx="10332720" cy="1783080"/>
          </a:xfrm>
          <a:prstGeom prst="roundRect">
            <a:avLst>
              <a:gd name="adj" fmla="val 4103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413308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F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 for doing this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45262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4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so far used the FULL dataset. At n=37–113 that is already close to the ceiling of what is learnable — the worst possible regime to look for a transfer advantage. Transfer is supposed to pay off with few labels. So: sweep the label budget from 2 per class upwards, and find where the SSL curve is above the classical one.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#6 — few-shot benchmark, all 5 targets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sees the IDENTICAL support/query draws — 10 episodes per label budget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6_fewshot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459" y="1371600"/>
            <a:ext cx="10058601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687568"/>
            <a:ext cx="11155680" cy="749808"/>
          </a:xfrm>
          <a:prstGeom prst="roundRect">
            <a:avLst>
              <a:gd name="adj" fmla="val 9756"/>
            </a:avLst>
          </a:prstGeom>
          <a:solidFill>
            <a:srgbClr val="FBEEF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6072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SSL sits at or below classical in every panel, at every label budget. The premise was that SSL wins on the LEFT of these plots — there is no regime where the pretrained backbone wins.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data, analysed as a PAIRED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episodes mean the episode-draw variance cancels — far more power than comparing two error bars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pic>
        <p:nvPicPr>
          <p:cNvPr id="5" name="Image 0" descr="/home/nmrbox/0012/shasharma/Desktop/NMR_Metabolomics/docs/gm_figures/gm07_fewshot_pa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710" y="1371600"/>
            <a:ext cx="10048100" cy="4425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70448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BEEF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9161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across all five targets at 2 labels/class: +0.0012 ± 0.0162, p = 0.74. Dead even. What looked like a low-shot edge is just both methods sitting near chance.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587044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EEF3F7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591616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deficit WIDENS with more labels (negative trend on 4 of 5) — the opposite of what transfer learning predicts.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believing a negative result, we tried to break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objection, and what happened when we tested it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pooling default (regional, G=16) gives 2,048 features. At 2 labels per class that is 2,048 features for 4 samples. Maybe we handicapped SSL precisely where we claim it has no advantage — a lower-dimensional pooling might win.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36192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77240"/>
                <a:gridCol w="1051560"/>
                <a:gridCol w="1051560"/>
                <a:gridCol w="105156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/class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mean-pool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(128 feat)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G=4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(512 feat)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G=16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(2048 feat)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 cancer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 cancer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MTBLS563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7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133088"/>
            <a:ext cx="11155680" cy="1078992"/>
          </a:xfrm>
          <a:prstGeom prst="roundRect">
            <a:avLst>
              <a:gd name="adj" fmla="val 6780"/>
            </a:avLst>
          </a:prstGeom>
          <a:solidFill>
            <a:srgbClr val="EBF5E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336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resolves in favour of the conclusion — G=16 wins 6 of 6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77240" y="45628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Lower-dimensional poolings are WORSE at every low-support point tested. Even letting SSL pick its best pooling post-hoc per point — which inflates SSL — the pooled result is −0.033 ± 0.014, p = 0.006. Still negative.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02920" y="5340096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E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1324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validated: the top of every few-shot curve lands just below that target's known full-data value (Barth 0.782 vs 0.705, cancer 0.900 vs 0.937, MTBLS326 0.957 vs 1.000). The harness measures what it should.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project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survived, and everything that did not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STANDING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comparisons, plus the one 2 sd result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BF5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677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pretraining &gt; random init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22677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+0.117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596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sd, 5/5 targets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B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LogReg probe &gt; trained DNN head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97680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1520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paired, 5/5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B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86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Position-preserving pooling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97680" y="39867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+0.03…+0.13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paired, 5/5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7316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B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46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pooling on jigsaw / joint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97680" y="4846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+0.079 / +0.049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1520" y="5175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17920" y="14813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RETRACTED or WITHIN NOISE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1828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rested on a single training run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19456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BEEF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corpus better than v4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12680" y="2231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+0.069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251460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n=5 → −0.014 (0.6 se)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17920" y="2884932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BEE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9215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"Backbone scaling exhausted"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12680" y="2921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46520" y="32049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noise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17920" y="3575304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BEEF1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size 128 / 256 hurt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1268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46520" y="38953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noise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4265676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BEEF1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3022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masking / peak weighting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012680" y="43022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−0.03 / +0.01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46520" y="458571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noise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17920" y="4956048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BEEF1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992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"SSL wins in few-shot"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12680" y="4992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46520" y="527608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0.74 — refuted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02920" y="57607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83387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pattern: every surviving result is PAIRED — one fixed checkpoint, one thing varied. Every retracted result compared two separately-trained networks.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think this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whole picture honestly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1298448"/>
          </a:xfrm>
          <a:prstGeom prst="roundRect">
            <a:avLst>
              <a:gd name="adj" fmla="val 5634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179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 are coherent, not contradictory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pretraining DOES learn something real (+0.117 over random init). But it learns less discriminative signal than 1,024-bin integrated areas already carry — and reconstruction quality anti-correlates with transfer. Meanwhile every axis we pushed on the backbone (patch size, capacity, objective, corpus version) came back flat.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5440680" cy="1883664"/>
          </a:xfrm>
          <a:prstGeom prst="roundRect">
            <a:avLst>
              <a:gd name="adj" fmla="val 3883"/>
            </a:avLst>
          </a:prstGeom>
          <a:solidFill>
            <a:srgbClr val="FBEE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4436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14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likely cause we have NOT tested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511296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is 9,670 spectra. That is very small for a foundation model — orders of magnitude below where masked pretraining usually starts paying off. Experiment #13 only probed corpus size DOWNWARD, which cannot detect an under-training regime.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5440680" cy="1883664"/>
          </a:xfrm>
          <a:prstGeom prst="roundRect">
            <a:avLst>
              <a:gd name="adj" fmla="val 3883"/>
            </a:avLst>
          </a:prstGeom>
          <a:solidFill>
            <a:srgbClr val="EB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9443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contribution, reframed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328416"/>
            <a:ext cx="4937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now a rigorous negative result on 1D NMR SSL: five targets, paired tests, a measured noise floor, replicated. The methodology — the 0.045 floor, the paired protocol, the guardrails — is arguably a stronger contribution than a backbone that didn't beat logistic regression.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335024"/>
          </a:xfrm>
          <a:prstGeom prst="roundRect">
            <a:avLst>
              <a:gd name="adj" fmla="val 5479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7433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NOT recommend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530352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architecture variants. We have tried four patch sizes, two capacities, three objectives and two corpora; with the noise floor now known, none of those experiments could have detected an effect smaller than 0.09 anyway. Any further single-run backbone tweak is not worth the GPU time.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what would actually change the answer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631168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BF5EE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512064" cy="512064"/>
          </a:xfrm>
          <a:prstGeom prst="ellipse">
            <a:avLst/>
          </a:prstGeom>
          <a:solidFill>
            <a:srgbClr val="1A7A3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9888" y="149047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Cross-cohort transfer — the strongest untested case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89888" y="1783080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evaluation so far is WITHIN a cohort. A foundation model's real selling point is generalising across instruments, sites and batches — exactly where absolute binned intensities should break down and a learned representation might not. Train the probe on one cohort, test on another. Cheap; we have 4 cohorts. If SSL wins anywhere, it is here.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907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9888" y="270662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scaling curve — upward this time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389888" y="2999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 at 25 / 50 / 100% of available spectra and see whether downstream utility is still climbing at 9,670. Flat ⇒ the objective is the problem. Rising ⇒ the answer is "needs 10–100× more data". Either is publishable and actionable. Needs ≥5 seeds per point (~23 GPU-h each).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849624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12394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9888" y="3922776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MTBLS326 batch-confound audit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389888" y="421538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outstanding, cheap, and MTBLS326 is one of only two targets where SSL is competitive. Its perfect 1.000 on n=42 is unverified as biology rather than run-order artifact.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065776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3400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340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5138928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jigsaw / joint few-shot arms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389888" y="5431536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now. The random-init control already predicts they will be worse than masking, so this is completeness rather than discovery.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236208"/>
            <a:ext cx="11155680" cy="914"/>
          </a:xfrm>
          <a:prstGeom prst="roundRect">
            <a:avLst>
              <a:gd name="adj" fmla="val 8003501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I would like the group's view 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0" y="2871216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2E3A7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27248"/>
            <a:ext cx="502920" cy="502920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10512" y="2962656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cross-cohort transfer the right last test?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810512" y="3282696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BB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one setting where a learned representation should beat absolute binned intensities. If it fails there too, I would call the backbone approach closed for this data scale.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968496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2E3A7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224528"/>
            <a:ext cx="502920" cy="502920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4059936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more pretraining data can we realistically get?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810512" y="4379976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BB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cannot get to ~100k spectra, the scaling experiment tells us the ceiling but not how to beat it. Are there cohorts or repositories we are not using?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5065776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2E3A7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321808"/>
            <a:ext cx="502920" cy="502920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10512" y="5157216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rigorous negative result publishable from this group?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810512" y="5477256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BB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targets, paired protocol, measured noise floor, three self-retractions. I think it is useful to the field — but I would like your read before I write it that way.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61081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and thanks to Gayatree for the Tirupati TBI samples that started this off.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 for NMR Metabolomics — Group Meeting Aug 2026</dc:title>
  <dc:subject>PptxGenJS Presentation</dc:subject>
  <dc:creator>Shankararama Sharma</dc:creator>
  <cp:lastModifiedBy>Shankararama Sharma</cp:lastModifiedBy>
  <cp:revision>1</cp:revision>
  <dcterms:created xsi:type="dcterms:W3CDTF">2026-08-10T19:04:56Z</dcterms:created>
  <dcterms:modified xsi:type="dcterms:W3CDTF">2026-08-10T19:04:56Z</dcterms:modified>
</cp:coreProperties>
</file>